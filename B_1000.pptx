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slides/slide89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00.xml" ContentType="application/vnd.openxmlformats-officedocument.presentationml.slide+xml"/>
  <Override PartName="/ppt/slides/slide901.xml" ContentType="application/vnd.openxmlformats-officedocument.presentationml.slide+xml"/>
  <Override PartName="/ppt/slides/slide902.xml" ContentType="application/vnd.openxmlformats-officedocument.presentationml.slide+xml"/>
  <Override PartName="/ppt/slides/slide903.xml" ContentType="application/vnd.openxmlformats-officedocument.presentationml.slide+xml"/>
  <Override PartName="/ppt/slides/slide904.xml" ContentType="application/vnd.openxmlformats-officedocument.presentationml.slide+xml"/>
  <Override PartName="/ppt/slides/slide905.xml" ContentType="application/vnd.openxmlformats-officedocument.presentationml.slide+xml"/>
  <Override PartName="/ppt/slides/slide906.xml" ContentType="application/vnd.openxmlformats-officedocument.presentationml.slide+xml"/>
  <Override PartName="/ppt/slides/slide907.xml" ContentType="application/vnd.openxmlformats-officedocument.presentationml.slide+xml"/>
  <Override PartName="/ppt/slides/slide908.xml" ContentType="application/vnd.openxmlformats-officedocument.presentationml.slide+xml"/>
  <Override PartName="/ppt/slides/slide909.xml" ContentType="application/vnd.openxmlformats-officedocument.presentationml.slide+xml"/>
  <Override PartName="/ppt/slides/slide91.xml" ContentType="application/vnd.openxmlformats-officedocument.presentationml.slide+xml"/>
  <Override PartName="/ppt/slides/slide910.xml" ContentType="application/vnd.openxmlformats-officedocument.presentationml.slide+xml"/>
  <Override PartName="/ppt/slides/slide911.xml" ContentType="application/vnd.openxmlformats-officedocument.presentationml.slide+xml"/>
  <Override PartName="/ppt/slides/slide912.xml" ContentType="application/vnd.openxmlformats-officedocument.presentationml.slide+xml"/>
  <Override PartName="/ppt/slides/slide913.xml" ContentType="application/vnd.openxmlformats-officedocument.presentationml.slide+xml"/>
  <Override PartName="/ppt/slides/slide914.xml" ContentType="application/vnd.openxmlformats-officedocument.presentationml.slide+xml"/>
  <Override PartName="/ppt/slides/slide915.xml" ContentType="application/vnd.openxmlformats-officedocument.presentationml.slide+xml"/>
  <Override PartName="/ppt/slides/slide916.xml" ContentType="application/vnd.openxmlformats-officedocument.presentationml.slide+xml"/>
  <Override PartName="/ppt/slides/slide917.xml" ContentType="application/vnd.openxmlformats-officedocument.presentationml.slide+xml"/>
  <Override PartName="/ppt/slides/slide918.xml" ContentType="application/vnd.openxmlformats-officedocument.presentationml.slide+xml"/>
  <Override PartName="/ppt/slides/slide919.xml" ContentType="application/vnd.openxmlformats-officedocument.presentationml.slide+xml"/>
  <Override PartName="/ppt/slides/slide92.xml" ContentType="application/vnd.openxmlformats-officedocument.presentationml.slide+xml"/>
  <Override PartName="/ppt/slides/slide920.xml" ContentType="application/vnd.openxmlformats-officedocument.presentationml.slide+xml"/>
  <Override PartName="/ppt/slides/slide921.xml" ContentType="application/vnd.openxmlformats-officedocument.presentationml.slide+xml"/>
  <Override PartName="/ppt/slides/slide922.xml" ContentType="application/vnd.openxmlformats-officedocument.presentationml.slide+xml"/>
  <Override PartName="/ppt/slides/slide923.xml" ContentType="application/vnd.openxmlformats-officedocument.presentationml.slide+xml"/>
  <Override PartName="/ppt/slides/slide924.xml" ContentType="application/vnd.openxmlformats-officedocument.presentationml.slide+xml"/>
  <Override PartName="/ppt/slides/slide925.xml" ContentType="application/vnd.openxmlformats-officedocument.presentationml.slide+xml"/>
  <Override PartName="/ppt/slides/slide926.xml" ContentType="application/vnd.openxmlformats-officedocument.presentationml.slide+xml"/>
  <Override PartName="/ppt/slides/slide927.xml" ContentType="application/vnd.openxmlformats-officedocument.presentationml.slide+xml"/>
  <Override PartName="/ppt/slides/slide928.xml" ContentType="application/vnd.openxmlformats-officedocument.presentationml.slide+xml"/>
  <Override PartName="/ppt/slides/slide929.xml" ContentType="application/vnd.openxmlformats-officedocument.presentationml.slide+xml"/>
  <Override PartName="/ppt/slides/slide93.xml" ContentType="application/vnd.openxmlformats-officedocument.presentationml.slide+xml"/>
  <Override PartName="/ppt/slides/slide930.xml" ContentType="application/vnd.openxmlformats-officedocument.presentationml.slide+xml"/>
  <Override PartName="/ppt/slides/slide931.xml" ContentType="application/vnd.openxmlformats-officedocument.presentationml.slide+xml"/>
  <Override PartName="/ppt/slides/slide932.xml" ContentType="application/vnd.openxmlformats-officedocument.presentationml.slide+xml"/>
  <Override PartName="/ppt/slides/slide933.xml" ContentType="application/vnd.openxmlformats-officedocument.presentationml.slide+xml"/>
  <Override PartName="/ppt/slides/slide934.xml" ContentType="application/vnd.openxmlformats-officedocument.presentationml.slide+xml"/>
  <Override PartName="/ppt/slides/slide935.xml" ContentType="application/vnd.openxmlformats-officedocument.presentationml.slide+xml"/>
  <Override PartName="/ppt/slides/slide936.xml" ContentType="application/vnd.openxmlformats-officedocument.presentationml.slide+xml"/>
  <Override PartName="/ppt/slides/slide937.xml" ContentType="application/vnd.openxmlformats-officedocument.presentationml.slide+xml"/>
  <Override PartName="/ppt/slides/slide938.xml" ContentType="application/vnd.openxmlformats-officedocument.presentationml.slide+xml"/>
  <Override PartName="/ppt/slides/slide939.xml" ContentType="application/vnd.openxmlformats-officedocument.presentationml.slide+xml"/>
  <Override PartName="/ppt/slides/slide94.xml" ContentType="application/vnd.openxmlformats-officedocument.presentationml.slide+xml"/>
  <Override PartName="/ppt/slides/slide940.xml" ContentType="application/vnd.openxmlformats-officedocument.presentationml.slide+xml"/>
  <Override PartName="/ppt/slides/slide941.xml" ContentType="application/vnd.openxmlformats-officedocument.presentationml.slide+xml"/>
  <Override PartName="/ppt/slides/slide942.xml" ContentType="application/vnd.openxmlformats-officedocument.presentationml.slide+xml"/>
  <Override PartName="/ppt/slides/slide943.xml" ContentType="application/vnd.openxmlformats-officedocument.presentationml.slide+xml"/>
  <Override PartName="/ppt/slides/slide944.xml" ContentType="application/vnd.openxmlformats-officedocument.presentationml.slide+xml"/>
  <Override PartName="/ppt/slides/slide945.xml" ContentType="application/vnd.openxmlformats-officedocument.presentationml.slide+xml"/>
  <Override PartName="/ppt/slides/slide946.xml" ContentType="application/vnd.openxmlformats-officedocument.presentationml.slide+xml"/>
  <Override PartName="/ppt/slides/slide947.xml" ContentType="application/vnd.openxmlformats-officedocument.presentationml.slide+xml"/>
  <Override PartName="/ppt/slides/slide948.xml" ContentType="application/vnd.openxmlformats-officedocument.presentationml.slide+xml"/>
  <Override PartName="/ppt/slides/slide949.xml" ContentType="application/vnd.openxmlformats-officedocument.presentationml.slide+xml"/>
  <Override PartName="/ppt/slides/slide95.xml" ContentType="application/vnd.openxmlformats-officedocument.presentationml.slide+xml"/>
  <Override PartName="/ppt/slides/slide950.xml" ContentType="application/vnd.openxmlformats-officedocument.presentationml.slide+xml"/>
  <Override PartName="/ppt/slides/slide951.xml" ContentType="application/vnd.openxmlformats-officedocument.presentationml.slide+xml"/>
  <Override PartName="/ppt/slides/slide952.xml" ContentType="application/vnd.openxmlformats-officedocument.presentationml.slide+xml"/>
  <Override PartName="/ppt/slides/slide953.xml" ContentType="application/vnd.openxmlformats-officedocument.presentationml.slide+xml"/>
  <Override PartName="/ppt/slides/slide954.xml" ContentType="application/vnd.openxmlformats-officedocument.presentationml.slide+xml"/>
  <Override PartName="/ppt/slides/slide955.xml" ContentType="application/vnd.openxmlformats-officedocument.presentationml.slide+xml"/>
  <Override PartName="/ppt/slides/slide956.xml" ContentType="application/vnd.openxmlformats-officedocument.presentationml.slide+xml"/>
  <Override PartName="/ppt/slides/slide957.xml" ContentType="application/vnd.openxmlformats-officedocument.presentationml.slide+xml"/>
  <Override PartName="/ppt/slides/slide958.xml" ContentType="application/vnd.openxmlformats-officedocument.presentationml.slide+xml"/>
  <Override PartName="/ppt/slides/slide959.xml" ContentType="application/vnd.openxmlformats-officedocument.presentationml.slide+xml"/>
  <Override PartName="/ppt/slides/slide96.xml" ContentType="application/vnd.openxmlformats-officedocument.presentationml.slide+xml"/>
  <Override PartName="/ppt/slides/slide960.xml" ContentType="application/vnd.openxmlformats-officedocument.presentationml.slide+xml"/>
  <Override PartName="/ppt/slides/slide961.xml" ContentType="application/vnd.openxmlformats-officedocument.presentationml.slide+xml"/>
  <Override PartName="/ppt/slides/slide962.xml" ContentType="application/vnd.openxmlformats-officedocument.presentationml.slide+xml"/>
  <Override PartName="/ppt/slides/slide963.xml" ContentType="application/vnd.openxmlformats-officedocument.presentationml.slide+xml"/>
  <Override PartName="/ppt/slides/slide964.xml" ContentType="application/vnd.openxmlformats-officedocument.presentationml.slide+xml"/>
  <Override PartName="/ppt/slides/slide965.xml" ContentType="application/vnd.openxmlformats-officedocument.presentationml.slide+xml"/>
  <Override PartName="/ppt/slides/slide966.xml" ContentType="application/vnd.openxmlformats-officedocument.presentationml.slide+xml"/>
  <Override PartName="/ppt/slides/slide967.xml" ContentType="application/vnd.openxmlformats-officedocument.presentationml.slide+xml"/>
  <Override PartName="/ppt/slides/slide968.xml" ContentType="application/vnd.openxmlformats-officedocument.presentationml.slide+xml"/>
  <Override PartName="/ppt/slides/slide969.xml" ContentType="application/vnd.openxmlformats-officedocument.presentationml.slide+xml"/>
  <Override PartName="/ppt/slides/slide97.xml" ContentType="application/vnd.openxmlformats-officedocument.presentationml.slide+xml"/>
  <Override PartName="/ppt/slides/slide970.xml" ContentType="application/vnd.openxmlformats-officedocument.presentationml.slide+xml"/>
  <Override PartName="/ppt/slides/slide971.xml" ContentType="application/vnd.openxmlformats-officedocument.presentationml.slide+xml"/>
  <Override PartName="/ppt/slides/slide972.xml" ContentType="application/vnd.openxmlformats-officedocument.presentationml.slide+xml"/>
  <Override PartName="/ppt/slides/slide973.xml" ContentType="application/vnd.openxmlformats-officedocument.presentationml.slide+xml"/>
  <Override PartName="/ppt/slides/slide974.xml" ContentType="application/vnd.openxmlformats-officedocument.presentationml.slide+xml"/>
  <Override PartName="/ppt/slides/slide975.xml" ContentType="application/vnd.openxmlformats-officedocument.presentationml.slide+xml"/>
  <Override PartName="/ppt/slides/slide976.xml" ContentType="application/vnd.openxmlformats-officedocument.presentationml.slide+xml"/>
  <Override PartName="/ppt/slides/slide977.xml" ContentType="application/vnd.openxmlformats-officedocument.presentationml.slide+xml"/>
  <Override PartName="/ppt/slides/slide978.xml" ContentType="application/vnd.openxmlformats-officedocument.presentationml.slide+xml"/>
  <Override PartName="/ppt/slides/slide979.xml" ContentType="application/vnd.openxmlformats-officedocument.presentationml.slide+xml"/>
  <Override PartName="/ppt/slides/slide98.xml" ContentType="application/vnd.openxmlformats-officedocument.presentationml.slide+xml"/>
  <Override PartName="/ppt/slides/slide980.xml" ContentType="application/vnd.openxmlformats-officedocument.presentationml.slide+xml"/>
  <Override PartName="/ppt/slides/slide981.xml" ContentType="application/vnd.openxmlformats-officedocument.presentationml.slide+xml"/>
  <Override PartName="/ppt/slides/slide982.xml" ContentType="application/vnd.openxmlformats-officedocument.presentationml.slide+xml"/>
  <Override PartName="/ppt/slides/slide983.xml" ContentType="application/vnd.openxmlformats-officedocument.presentationml.slide+xml"/>
  <Override PartName="/ppt/slides/slide984.xml" ContentType="application/vnd.openxmlformats-officedocument.presentationml.slide+xml"/>
  <Override PartName="/ppt/slides/slide985.xml" ContentType="application/vnd.openxmlformats-officedocument.presentationml.slide+xml"/>
  <Override PartName="/ppt/slides/slide986.xml" ContentType="application/vnd.openxmlformats-officedocument.presentationml.slide+xml"/>
  <Override PartName="/ppt/slides/slide987.xml" ContentType="application/vnd.openxmlformats-officedocument.presentationml.slide+xml"/>
  <Override PartName="/ppt/slides/slide988.xml" ContentType="application/vnd.openxmlformats-officedocument.presentationml.slide+xml"/>
  <Override PartName="/ppt/slides/slide989.xml" ContentType="application/vnd.openxmlformats-officedocument.presentationml.slide+xml"/>
  <Override PartName="/ppt/slides/slide99.xml" ContentType="application/vnd.openxmlformats-officedocument.presentationml.slide+xml"/>
  <Override PartName="/ppt/slides/slide990.xml" ContentType="application/vnd.openxmlformats-officedocument.presentationml.slide+xml"/>
  <Override PartName="/ppt/slides/slide991.xml" ContentType="application/vnd.openxmlformats-officedocument.presentationml.slide+xml"/>
  <Override PartName="/ppt/slides/slide992.xml" ContentType="application/vnd.openxmlformats-officedocument.presentationml.slide+xml"/>
  <Override PartName="/ppt/slides/slide993.xml" ContentType="application/vnd.openxmlformats-officedocument.presentationml.slide+xml"/>
  <Override PartName="/ppt/slides/slide994.xml" ContentType="application/vnd.openxmlformats-officedocument.presentationml.slide+xml"/>
  <Override PartName="/ppt/slides/slide995.xml" ContentType="application/vnd.openxmlformats-officedocument.presentationml.slide+xml"/>
  <Override PartName="/ppt/slides/slide996.xml" ContentType="application/vnd.openxmlformats-officedocument.presentationml.slide+xml"/>
  <Override PartName="/ppt/slides/slide997.xml" ContentType="application/vnd.openxmlformats-officedocument.presentationml.slide+xml"/>
  <Override PartName="/ppt/slides/slide998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  <p:sldId id="790" r:id="rId541"/>
    <p:sldId id="791" r:id="rId542"/>
    <p:sldId id="792" r:id="rId543"/>
    <p:sldId id="793" r:id="rId544"/>
    <p:sldId id="794" r:id="rId545"/>
    <p:sldId id="795" r:id="rId546"/>
    <p:sldId id="796" r:id="rId547"/>
    <p:sldId id="797" r:id="rId548"/>
    <p:sldId id="798" r:id="rId549"/>
    <p:sldId id="799" r:id="rId550"/>
    <p:sldId id="800" r:id="rId551"/>
    <p:sldId id="801" r:id="rId552"/>
    <p:sldId id="802" r:id="rId553"/>
    <p:sldId id="803" r:id="rId554"/>
    <p:sldId id="804" r:id="rId555"/>
    <p:sldId id="805" r:id="rId556"/>
    <p:sldId id="806" r:id="rId557"/>
    <p:sldId id="807" r:id="rId558"/>
    <p:sldId id="808" r:id="rId559"/>
    <p:sldId id="809" r:id="rId560"/>
    <p:sldId id="810" r:id="rId561"/>
    <p:sldId id="811" r:id="rId562"/>
    <p:sldId id="812" r:id="rId563"/>
    <p:sldId id="813" r:id="rId564"/>
    <p:sldId id="814" r:id="rId565"/>
    <p:sldId id="815" r:id="rId566"/>
    <p:sldId id="816" r:id="rId567"/>
    <p:sldId id="817" r:id="rId568"/>
    <p:sldId id="818" r:id="rId569"/>
    <p:sldId id="819" r:id="rId570"/>
    <p:sldId id="820" r:id="rId571"/>
    <p:sldId id="821" r:id="rId572"/>
    <p:sldId id="822" r:id="rId573"/>
    <p:sldId id="823" r:id="rId574"/>
    <p:sldId id="824" r:id="rId575"/>
    <p:sldId id="825" r:id="rId576"/>
    <p:sldId id="826" r:id="rId577"/>
    <p:sldId id="827" r:id="rId578"/>
    <p:sldId id="828" r:id="rId579"/>
    <p:sldId id="829" r:id="rId580"/>
    <p:sldId id="830" r:id="rId581"/>
    <p:sldId id="831" r:id="rId582"/>
    <p:sldId id="832" r:id="rId583"/>
    <p:sldId id="833" r:id="rId584"/>
    <p:sldId id="834" r:id="rId585"/>
    <p:sldId id="835" r:id="rId586"/>
    <p:sldId id="836" r:id="rId587"/>
    <p:sldId id="837" r:id="rId588"/>
    <p:sldId id="838" r:id="rId589"/>
    <p:sldId id="839" r:id="rId590"/>
    <p:sldId id="840" r:id="rId591"/>
    <p:sldId id="841" r:id="rId592"/>
    <p:sldId id="842" r:id="rId593"/>
    <p:sldId id="843" r:id="rId594"/>
    <p:sldId id="844" r:id="rId595"/>
    <p:sldId id="845" r:id="rId596"/>
    <p:sldId id="846" r:id="rId597"/>
    <p:sldId id="847" r:id="rId598"/>
    <p:sldId id="848" r:id="rId599"/>
    <p:sldId id="849" r:id="rId600"/>
    <p:sldId id="850" r:id="rId601"/>
    <p:sldId id="851" r:id="rId602"/>
    <p:sldId id="852" r:id="rId603"/>
    <p:sldId id="853" r:id="rId604"/>
    <p:sldId id="854" r:id="rId605"/>
    <p:sldId id="855" r:id="rId606"/>
    <p:sldId id="856" r:id="rId607"/>
    <p:sldId id="857" r:id="rId608"/>
    <p:sldId id="858" r:id="rId609"/>
    <p:sldId id="859" r:id="rId610"/>
    <p:sldId id="860" r:id="rId611"/>
    <p:sldId id="861" r:id="rId612"/>
    <p:sldId id="862" r:id="rId613"/>
    <p:sldId id="863" r:id="rId614"/>
    <p:sldId id="864" r:id="rId615"/>
    <p:sldId id="865" r:id="rId616"/>
    <p:sldId id="866" r:id="rId617"/>
    <p:sldId id="867" r:id="rId618"/>
    <p:sldId id="868" r:id="rId619"/>
    <p:sldId id="869" r:id="rId620"/>
    <p:sldId id="870" r:id="rId621"/>
    <p:sldId id="871" r:id="rId622"/>
    <p:sldId id="872" r:id="rId623"/>
    <p:sldId id="873" r:id="rId624"/>
    <p:sldId id="874" r:id="rId625"/>
    <p:sldId id="875" r:id="rId626"/>
    <p:sldId id="876" r:id="rId627"/>
    <p:sldId id="877" r:id="rId628"/>
    <p:sldId id="878" r:id="rId629"/>
    <p:sldId id="879" r:id="rId630"/>
    <p:sldId id="880" r:id="rId631"/>
    <p:sldId id="881" r:id="rId632"/>
    <p:sldId id="882" r:id="rId633"/>
    <p:sldId id="883" r:id="rId634"/>
    <p:sldId id="884" r:id="rId635"/>
    <p:sldId id="885" r:id="rId636"/>
    <p:sldId id="886" r:id="rId637"/>
    <p:sldId id="887" r:id="rId638"/>
    <p:sldId id="888" r:id="rId639"/>
    <p:sldId id="889" r:id="rId640"/>
    <p:sldId id="890" r:id="rId641"/>
    <p:sldId id="891" r:id="rId642"/>
    <p:sldId id="892" r:id="rId643"/>
    <p:sldId id="893" r:id="rId644"/>
    <p:sldId id="894" r:id="rId645"/>
    <p:sldId id="895" r:id="rId646"/>
    <p:sldId id="896" r:id="rId647"/>
    <p:sldId id="897" r:id="rId648"/>
    <p:sldId id="898" r:id="rId649"/>
    <p:sldId id="899" r:id="rId650"/>
    <p:sldId id="900" r:id="rId651"/>
    <p:sldId id="901" r:id="rId652"/>
    <p:sldId id="902" r:id="rId653"/>
    <p:sldId id="903" r:id="rId654"/>
    <p:sldId id="904" r:id="rId655"/>
    <p:sldId id="905" r:id="rId656"/>
    <p:sldId id="906" r:id="rId657"/>
    <p:sldId id="907" r:id="rId658"/>
    <p:sldId id="908" r:id="rId659"/>
    <p:sldId id="909" r:id="rId660"/>
    <p:sldId id="910" r:id="rId661"/>
    <p:sldId id="911" r:id="rId662"/>
    <p:sldId id="912" r:id="rId663"/>
    <p:sldId id="913" r:id="rId664"/>
    <p:sldId id="914" r:id="rId665"/>
    <p:sldId id="915" r:id="rId666"/>
    <p:sldId id="916" r:id="rId667"/>
    <p:sldId id="917" r:id="rId668"/>
    <p:sldId id="918" r:id="rId669"/>
    <p:sldId id="919" r:id="rId670"/>
    <p:sldId id="920" r:id="rId671"/>
    <p:sldId id="921" r:id="rId672"/>
    <p:sldId id="922" r:id="rId673"/>
    <p:sldId id="923" r:id="rId674"/>
    <p:sldId id="924" r:id="rId675"/>
    <p:sldId id="925" r:id="rId676"/>
    <p:sldId id="926" r:id="rId677"/>
    <p:sldId id="927" r:id="rId678"/>
    <p:sldId id="928" r:id="rId679"/>
    <p:sldId id="929" r:id="rId680"/>
    <p:sldId id="930" r:id="rId681"/>
    <p:sldId id="931" r:id="rId682"/>
    <p:sldId id="932" r:id="rId683"/>
    <p:sldId id="933" r:id="rId684"/>
    <p:sldId id="934" r:id="rId685"/>
    <p:sldId id="935" r:id="rId686"/>
    <p:sldId id="936" r:id="rId687"/>
    <p:sldId id="937" r:id="rId688"/>
    <p:sldId id="938" r:id="rId689"/>
    <p:sldId id="939" r:id="rId690"/>
    <p:sldId id="940" r:id="rId691"/>
    <p:sldId id="941" r:id="rId692"/>
    <p:sldId id="942" r:id="rId693"/>
    <p:sldId id="943" r:id="rId694"/>
    <p:sldId id="944" r:id="rId695"/>
    <p:sldId id="945" r:id="rId696"/>
    <p:sldId id="946" r:id="rId697"/>
    <p:sldId id="947" r:id="rId698"/>
    <p:sldId id="948" r:id="rId699"/>
    <p:sldId id="949" r:id="rId700"/>
    <p:sldId id="950" r:id="rId701"/>
    <p:sldId id="951" r:id="rId702"/>
    <p:sldId id="952" r:id="rId703"/>
    <p:sldId id="953" r:id="rId704"/>
    <p:sldId id="954" r:id="rId705"/>
    <p:sldId id="955" r:id="rId706"/>
    <p:sldId id="956" r:id="rId707"/>
    <p:sldId id="957" r:id="rId708"/>
    <p:sldId id="958" r:id="rId709"/>
    <p:sldId id="959" r:id="rId710"/>
    <p:sldId id="960" r:id="rId711"/>
    <p:sldId id="961" r:id="rId712"/>
    <p:sldId id="962" r:id="rId713"/>
    <p:sldId id="963" r:id="rId714"/>
    <p:sldId id="964" r:id="rId715"/>
    <p:sldId id="965" r:id="rId716"/>
    <p:sldId id="966" r:id="rId717"/>
    <p:sldId id="967" r:id="rId718"/>
    <p:sldId id="968" r:id="rId719"/>
    <p:sldId id="969" r:id="rId720"/>
    <p:sldId id="970" r:id="rId721"/>
    <p:sldId id="971" r:id="rId722"/>
    <p:sldId id="972" r:id="rId723"/>
    <p:sldId id="973" r:id="rId724"/>
    <p:sldId id="974" r:id="rId725"/>
    <p:sldId id="975" r:id="rId726"/>
    <p:sldId id="976" r:id="rId727"/>
    <p:sldId id="977" r:id="rId728"/>
    <p:sldId id="978" r:id="rId729"/>
    <p:sldId id="979" r:id="rId730"/>
    <p:sldId id="980" r:id="rId731"/>
    <p:sldId id="981" r:id="rId732"/>
    <p:sldId id="982" r:id="rId733"/>
    <p:sldId id="983" r:id="rId734"/>
    <p:sldId id="984" r:id="rId735"/>
    <p:sldId id="985" r:id="rId736"/>
    <p:sldId id="986" r:id="rId737"/>
    <p:sldId id="987" r:id="rId738"/>
    <p:sldId id="988" r:id="rId739"/>
    <p:sldId id="989" r:id="rId740"/>
    <p:sldId id="990" r:id="rId741"/>
    <p:sldId id="991" r:id="rId742"/>
    <p:sldId id="992" r:id="rId743"/>
    <p:sldId id="993" r:id="rId744"/>
    <p:sldId id="994" r:id="rId745"/>
    <p:sldId id="995" r:id="rId746"/>
    <p:sldId id="996" r:id="rId747"/>
    <p:sldId id="997" r:id="rId748"/>
    <p:sldId id="998" r:id="rId749"/>
    <p:sldId id="999" r:id="rId750"/>
    <p:sldId id="1000" r:id="rId751"/>
    <p:sldId id="1001" r:id="rId752"/>
    <p:sldId id="1002" r:id="rId753"/>
    <p:sldId id="1003" r:id="rId754"/>
    <p:sldId id="1004" r:id="rId755"/>
    <p:sldId id="1005" r:id="rId756"/>
    <p:sldId id="1006" r:id="rId757"/>
    <p:sldId id="1007" r:id="rId758"/>
    <p:sldId id="1008" r:id="rId759"/>
    <p:sldId id="1009" r:id="rId760"/>
    <p:sldId id="1010" r:id="rId761"/>
    <p:sldId id="1011" r:id="rId762"/>
    <p:sldId id="1012" r:id="rId763"/>
    <p:sldId id="1013" r:id="rId764"/>
    <p:sldId id="1014" r:id="rId765"/>
    <p:sldId id="1015" r:id="rId766"/>
    <p:sldId id="1016" r:id="rId767"/>
    <p:sldId id="1017" r:id="rId768"/>
    <p:sldId id="1018" r:id="rId769"/>
    <p:sldId id="1019" r:id="rId770"/>
    <p:sldId id="1020" r:id="rId771"/>
    <p:sldId id="1021" r:id="rId772"/>
    <p:sldId id="1022" r:id="rId773"/>
    <p:sldId id="1023" r:id="rId774"/>
    <p:sldId id="1024" r:id="rId775"/>
    <p:sldId id="1025" r:id="rId776"/>
    <p:sldId id="1026" r:id="rId777"/>
    <p:sldId id="1027" r:id="rId778"/>
    <p:sldId id="1028" r:id="rId779"/>
    <p:sldId id="1029" r:id="rId780"/>
    <p:sldId id="1030" r:id="rId781"/>
    <p:sldId id="1031" r:id="rId782"/>
    <p:sldId id="1032" r:id="rId783"/>
    <p:sldId id="1033" r:id="rId784"/>
    <p:sldId id="1034" r:id="rId785"/>
    <p:sldId id="1035" r:id="rId786"/>
    <p:sldId id="1036" r:id="rId787"/>
    <p:sldId id="1037" r:id="rId788"/>
    <p:sldId id="1038" r:id="rId789"/>
    <p:sldId id="1039" r:id="rId790"/>
    <p:sldId id="1040" r:id="rId791"/>
    <p:sldId id="1041" r:id="rId792"/>
    <p:sldId id="1042" r:id="rId793"/>
    <p:sldId id="1043" r:id="rId794"/>
    <p:sldId id="1044" r:id="rId795"/>
    <p:sldId id="1045" r:id="rId796"/>
    <p:sldId id="1046" r:id="rId797"/>
    <p:sldId id="1047" r:id="rId798"/>
    <p:sldId id="1048" r:id="rId799"/>
    <p:sldId id="1049" r:id="rId800"/>
    <p:sldId id="1050" r:id="rId801"/>
    <p:sldId id="1051" r:id="rId802"/>
    <p:sldId id="1052" r:id="rId803"/>
    <p:sldId id="1053" r:id="rId804"/>
    <p:sldId id="1054" r:id="rId805"/>
    <p:sldId id="1055" r:id="rId806"/>
    <p:sldId id="1056" r:id="rId807"/>
    <p:sldId id="1057" r:id="rId808"/>
    <p:sldId id="1058" r:id="rId809"/>
    <p:sldId id="1059" r:id="rId810"/>
    <p:sldId id="1060" r:id="rId811"/>
    <p:sldId id="1061" r:id="rId812"/>
    <p:sldId id="1062" r:id="rId813"/>
    <p:sldId id="1063" r:id="rId814"/>
    <p:sldId id="1064" r:id="rId815"/>
    <p:sldId id="1065" r:id="rId816"/>
    <p:sldId id="1066" r:id="rId817"/>
    <p:sldId id="1067" r:id="rId818"/>
    <p:sldId id="1068" r:id="rId819"/>
    <p:sldId id="1069" r:id="rId820"/>
    <p:sldId id="1070" r:id="rId821"/>
    <p:sldId id="1071" r:id="rId822"/>
    <p:sldId id="1072" r:id="rId823"/>
    <p:sldId id="1073" r:id="rId824"/>
    <p:sldId id="1074" r:id="rId825"/>
    <p:sldId id="1075" r:id="rId826"/>
    <p:sldId id="1076" r:id="rId827"/>
    <p:sldId id="1077" r:id="rId828"/>
    <p:sldId id="1078" r:id="rId829"/>
    <p:sldId id="1079" r:id="rId830"/>
    <p:sldId id="1080" r:id="rId831"/>
    <p:sldId id="1081" r:id="rId832"/>
    <p:sldId id="1082" r:id="rId833"/>
    <p:sldId id="1083" r:id="rId834"/>
    <p:sldId id="1084" r:id="rId835"/>
    <p:sldId id="1085" r:id="rId836"/>
    <p:sldId id="1086" r:id="rId837"/>
    <p:sldId id="1087" r:id="rId838"/>
    <p:sldId id="1088" r:id="rId839"/>
    <p:sldId id="1089" r:id="rId840"/>
    <p:sldId id="1090" r:id="rId841"/>
    <p:sldId id="1091" r:id="rId842"/>
    <p:sldId id="1092" r:id="rId843"/>
    <p:sldId id="1093" r:id="rId844"/>
    <p:sldId id="1094" r:id="rId845"/>
    <p:sldId id="1095" r:id="rId846"/>
    <p:sldId id="1096" r:id="rId847"/>
    <p:sldId id="1097" r:id="rId848"/>
    <p:sldId id="1098" r:id="rId849"/>
    <p:sldId id="1099" r:id="rId850"/>
    <p:sldId id="1100" r:id="rId851"/>
    <p:sldId id="1101" r:id="rId852"/>
    <p:sldId id="1102" r:id="rId853"/>
    <p:sldId id="1103" r:id="rId854"/>
    <p:sldId id="1104" r:id="rId855"/>
    <p:sldId id="1105" r:id="rId856"/>
    <p:sldId id="1106" r:id="rId857"/>
    <p:sldId id="1107" r:id="rId858"/>
    <p:sldId id="1108" r:id="rId859"/>
    <p:sldId id="1109" r:id="rId860"/>
    <p:sldId id="1110" r:id="rId861"/>
    <p:sldId id="1111" r:id="rId862"/>
    <p:sldId id="1112" r:id="rId863"/>
    <p:sldId id="1113" r:id="rId864"/>
    <p:sldId id="1114" r:id="rId865"/>
    <p:sldId id="1115" r:id="rId866"/>
    <p:sldId id="1116" r:id="rId867"/>
    <p:sldId id="1117" r:id="rId868"/>
    <p:sldId id="1118" r:id="rId869"/>
    <p:sldId id="1119" r:id="rId870"/>
    <p:sldId id="1120" r:id="rId871"/>
    <p:sldId id="1121" r:id="rId872"/>
    <p:sldId id="1122" r:id="rId873"/>
    <p:sldId id="1123" r:id="rId874"/>
    <p:sldId id="1124" r:id="rId875"/>
    <p:sldId id="1125" r:id="rId876"/>
    <p:sldId id="1126" r:id="rId877"/>
    <p:sldId id="1127" r:id="rId878"/>
    <p:sldId id="1128" r:id="rId879"/>
    <p:sldId id="1129" r:id="rId880"/>
    <p:sldId id="1130" r:id="rId881"/>
    <p:sldId id="1131" r:id="rId882"/>
    <p:sldId id="1132" r:id="rId883"/>
    <p:sldId id="1133" r:id="rId884"/>
    <p:sldId id="1134" r:id="rId885"/>
    <p:sldId id="1135" r:id="rId886"/>
    <p:sldId id="1136" r:id="rId887"/>
    <p:sldId id="1137" r:id="rId888"/>
    <p:sldId id="1138" r:id="rId889"/>
    <p:sldId id="1139" r:id="rId890"/>
    <p:sldId id="1140" r:id="rId891"/>
    <p:sldId id="1141" r:id="rId892"/>
    <p:sldId id="1142" r:id="rId893"/>
    <p:sldId id="1143" r:id="rId894"/>
    <p:sldId id="1144" r:id="rId895"/>
    <p:sldId id="1145" r:id="rId896"/>
    <p:sldId id="1146" r:id="rId897"/>
    <p:sldId id="1147" r:id="rId898"/>
    <p:sldId id="1148" r:id="rId899"/>
    <p:sldId id="1149" r:id="rId900"/>
    <p:sldId id="1150" r:id="rId901"/>
    <p:sldId id="1151" r:id="rId902"/>
    <p:sldId id="1152" r:id="rId903"/>
    <p:sldId id="1153" r:id="rId904"/>
    <p:sldId id="1154" r:id="rId905"/>
    <p:sldId id="1155" r:id="rId906"/>
    <p:sldId id="1156" r:id="rId907"/>
    <p:sldId id="1157" r:id="rId908"/>
    <p:sldId id="1158" r:id="rId909"/>
    <p:sldId id="1159" r:id="rId910"/>
    <p:sldId id="1160" r:id="rId911"/>
    <p:sldId id="1161" r:id="rId912"/>
    <p:sldId id="1162" r:id="rId913"/>
    <p:sldId id="1163" r:id="rId914"/>
    <p:sldId id="1164" r:id="rId915"/>
    <p:sldId id="1165" r:id="rId916"/>
    <p:sldId id="1166" r:id="rId917"/>
    <p:sldId id="1167" r:id="rId918"/>
    <p:sldId id="1168" r:id="rId919"/>
    <p:sldId id="1169" r:id="rId920"/>
    <p:sldId id="1170" r:id="rId921"/>
    <p:sldId id="1171" r:id="rId922"/>
    <p:sldId id="1172" r:id="rId923"/>
    <p:sldId id="1173" r:id="rId924"/>
    <p:sldId id="1174" r:id="rId925"/>
    <p:sldId id="1175" r:id="rId926"/>
    <p:sldId id="1176" r:id="rId927"/>
    <p:sldId id="1177" r:id="rId928"/>
    <p:sldId id="1178" r:id="rId929"/>
    <p:sldId id="1179" r:id="rId930"/>
    <p:sldId id="1180" r:id="rId931"/>
    <p:sldId id="1181" r:id="rId932"/>
    <p:sldId id="1182" r:id="rId933"/>
    <p:sldId id="1183" r:id="rId934"/>
    <p:sldId id="1184" r:id="rId935"/>
    <p:sldId id="1185" r:id="rId936"/>
    <p:sldId id="1186" r:id="rId937"/>
    <p:sldId id="1187" r:id="rId938"/>
    <p:sldId id="1188" r:id="rId939"/>
    <p:sldId id="1189" r:id="rId940"/>
    <p:sldId id="1190" r:id="rId941"/>
    <p:sldId id="1191" r:id="rId942"/>
    <p:sldId id="1192" r:id="rId943"/>
    <p:sldId id="1193" r:id="rId944"/>
    <p:sldId id="1194" r:id="rId945"/>
    <p:sldId id="1195" r:id="rId946"/>
    <p:sldId id="1196" r:id="rId947"/>
    <p:sldId id="1197" r:id="rId948"/>
    <p:sldId id="1198" r:id="rId949"/>
    <p:sldId id="1199" r:id="rId950"/>
    <p:sldId id="1200" r:id="rId951"/>
    <p:sldId id="1201" r:id="rId952"/>
    <p:sldId id="1202" r:id="rId953"/>
    <p:sldId id="1203" r:id="rId954"/>
    <p:sldId id="1204" r:id="rId955"/>
    <p:sldId id="1205" r:id="rId956"/>
    <p:sldId id="1206" r:id="rId957"/>
    <p:sldId id="1207" r:id="rId958"/>
    <p:sldId id="1208" r:id="rId959"/>
    <p:sldId id="1209" r:id="rId960"/>
    <p:sldId id="1210" r:id="rId961"/>
    <p:sldId id="1211" r:id="rId962"/>
    <p:sldId id="1212" r:id="rId963"/>
    <p:sldId id="1213" r:id="rId964"/>
    <p:sldId id="1214" r:id="rId965"/>
    <p:sldId id="1215" r:id="rId966"/>
    <p:sldId id="1216" r:id="rId967"/>
    <p:sldId id="1217" r:id="rId968"/>
    <p:sldId id="1218" r:id="rId969"/>
    <p:sldId id="1219" r:id="rId970"/>
    <p:sldId id="1220" r:id="rId971"/>
    <p:sldId id="1221" r:id="rId972"/>
    <p:sldId id="1222" r:id="rId973"/>
    <p:sldId id="1223" r:id="rId974"/>
    <p:sldId id="1224" r:id="rId975"/>
    <p:sldId id="1225" r:id="rId976"/>
    <p:sldId id="1226" r:id="rId977"/>
    <p:sldId id="1227" r:id="rId978"/>
    <p:sldId id="1228" r:id="rId979"/>
    <p:sldId id="1229" r:id="rId980"/>
    <p:sldId id="1230" r:id="rId981"/>
    <p:sldId id="1231" r:id="rId982"/>
    <p:sldId id="1232" r:id="rId983"/>
    <p:sldId id="1233" r:id="rId984"/>
    <p:sldId id="1234" r:id="rId985"/>
    <p:sldId id="1235" r:id="rId986"/>
    <p:sldId id="1236" r:id="rId987"/>
    <p:sldId id="1237" r:id="rId988"/>
    <p:sldId id="1238" r:id="rId989"/>
    <p:sldId id="1239" r:id="rId990"/>
    <p:sldId id="1240" r:id="rId991"/>
    <p:sldId id="1241" r:id="rId992"/>
    <p:sldId id="1242" r:id="rId993"/>
    <p:sldId id="1243" r:id="rId994"/>
    <p:sldId id="1244" r:id="rId995"/>
    <p:sldId id="1245" r:id="rId996"/>
    <p:sldId id="1246" r:id="rId997"/>
    <p:sldId id="1247" r:id="rId998"/>
    <p:sldId id="1248" r:id="rId999"/>
    <p:sldId id="1249" r:id="rId1000"/>
    <p:sldId id="1250" r:id="rId1001"/>
    <p:sldId id="1251" r:id="rId1002"/>
    <p:sldId id="1252" r:id="rId1003"/>
    <p:sldId id="1253" r:id="rId1004"/>
    <p:sldId id="1254" r:id="rId1005"/>
    <p:sldId id="1255" r:id="rId10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Relationship Id="rId541" Type="http://schemas.openxmlformats.org/officeDocument/2006/relationships/slide" Target="slides/slide535.xml"/><Relationship Id="rId542" Type="http://schemas.openxmlformats.org/officeDocument/2006/relationships/slide" Target="slides/slide536.xml"/><Relationship Id="rId543" Type="http://schemas.openxmlformats.org/officeDocument/2006/relationships/slide" Target="slides/slide537.xml"/><Relationship Id="rId544" Type="http://schemas.openxmlformats.org/officeDocument/2006/relationships/slide" Target="slides/slide538.xml"/><Relationship Id="rId545" Type="http://schemas.openxmlformats.org/officeDocument/2006/relationships/slide" Target="slides/slide539.xml"/><Relationship Id="rId546" Type="http://schemas.openxmlformats.org/officeDocument/2006/relationships/slide" Target="slides/slide540.xml"/><Relationship Id="rId547" Type="http://schemas.openxmlformats.org/officeDocument/2006/relationships/slide" Target="slides/slide541.xml"/><Relationship Id="rId548" Type="http://schemas.openxmlformats.org/officeDocument/2006/relationships/slide" Target="slides/slide542.xml"/><Relationship Id="rId549" Type="http://schemas.openxmlformats.org/officeDocument/2006/relationships/slide" Target="slides/slide543.xml"/><Relationship Id="rId550" Type="http://schemas.openxmlformats.org/officeDocument/2006/relationships/slide" Target="slides/slide544.xml"/><Relationship Id="rId551" Type="http://schemas.openxmlformats.org/officeDocument/2006/relationships/slide" Target="slides/slide545.xml"/><Relationship Id="rId552" Type="http://schemas.openxmlformats.org/officeDocument/2006/relationships/slide" Target="slides/slide546.xml"/><Relationship Id="rId553" Type="http://schemas.openxmlformats.org/officeDocument/2006/relationships/slide" Target="slides/slide547.xml"/><Relationship Id="rId554" Type="http://schemas.openxmlformats.org/officeDocument/2006/relationships/slide" Target="slides/slide548.xml"/><Relationship Id="rId555" Type="http://schemas.openxmlformats.org/officeDocument/2006/relationships/slide" Target="slides/slide549.xml"/><Relationship Id="rId556" Type="http://schemas.openxmlformats.org/officeDocument/2006/relationships/slide" Target="slides/slide550.xml"/><Relationship Id="rId557" Type="http://schemas.openxmlformats.org/officeDocument/2006/relationships/slide" Target="slides/slide551.xml"/><Relationship Id="rId558" Type="http://schemas.openxmlformats.org/officeDocument/2006/relationships/slide" Target="slides/slide552.xml"/><Relationship Id="rId559" Type="http://schemas.openxmlformats.org/officeDocument/2006/relationships/slide" Target="slides/slide553.xml"/><Relationship Id="rId560" Type="http://schemas.openxmlformats.org/officeDocument/2006/relationships/slide" Target="slides/slide554.xml"/><Relationship Id="rId561" Type="http://schemas.openxmlformats.org/officeDocument/2006/relationships/slide" Target="slides/slide555.xml"/><Relationship Id="rId562" Type="http://schemas.openxmlformats.org/officeDocument/2006/relationships/slide" Target="slides/slide556.xml"/><Relationship Id="rId563" Type="http://schemas.openxmlformats.org/officeDocument/2006/relationships/slide" Target="slides/slide557.xml"/><Relationship Id="rId564" Type="http://schemas.openxmlformats.org/officeDocument/2006/relationships/slide" Target="slides/slide558.xml"/><Relationship Id="rId565" Type="http://schemas.openxmlformats.org/officeDocument/2006/relationships/slide" Target="slides/slide559.xml"/><Relationship Id="rId566" Type="http://schemas.openxmlformats.org/officeDocument/2006/relationships/slide" Target="slides/slide560.xml"/><Relationship Id="rId567" Type="http://schemas.openxmlformats.org/officeDocument/2006/relationships/slide" Target="slides/slide561.xml"/><Relationship Id="rId568" Type="http://schemas.openxmlformats.org/officeDocument/2006/relationships/slide" Target="slides/slide562.xml"/><Relationship Id="rId569" Type="http://schemas.openxmlformats.org/officeDocument/2006/relationships/slide" Target="slides/slide563.xml"/><Relationship Id="rId570" Type="http://schemas.openxmlformats.org/officeDocument/2006/relationships/slide" Target="slides/slide564.xml"/><Relationship Id="rId571" Type="http://schemas.openxmlformats.org/officeDocument/2006/relationships/slide" Target="slides/slide565.xml"/><Relationship Id="rId572" Type="http://schemas.openxmlformats.org/officeDocument/2006/relationships/slide" Target="slides/slide566.xml"/><Relationship Id="rId573" Type="http://schemas.openxmlformats.org/officeDocument/2006/relationships/slide" Target="slides/slide567.xml"/><Relationship Id="rId574" Type="http://schemas.openxmlformats.org/officeDocument/2006/relationships/slide" Target="slides/slide568.xml"/><Relationship Id="rId575" Type="http://schemas.openxmlformats.org/officeDocument/2006/relationships/slide" Target="slides/slide569.xml"/><Relationship Id="rId576" Type="http://schemas.openxmlformats.org/officeDocument/2006/relationships/slide" Target="slides/slide570.xml"/><Relationship Id="rId577" Type="http://schemas.openxmlformats.org/officeDocument/2006/relationships/slide" Target="slides/slide571.xml"/><Relationship Id="rId578" Type="http://schemas.openxmlformats.org/officeDocument/2006/relationships/slide" Target="slides/slide572.xml"/><Relationship Id="rId579" Type="http://schemas.openxmlformats.org/officeDocument/2006/relationships/slide" Target="slides/slide573.xml"/><Relationship Id="rId580" Type="http://schemas.openxmlformats.org/officeDocument/2006/relationships/slide" Target="slides/slide574.xml"/><Relationship Id="rId581" Type="http://schemas.openxmlformats.org/officeDocument/2006/relationships/slide" Target="slides/slide575.xml"/><Relationship Id="rId582" Type="http://schemas.openxmlformats.org/officeDocument/2006/relationships/slide" Target="slides/slide576.xml"/><Relationship Id="rId583" Type="http://schemas.openxmlformats.org/officeDocument/2006/relationships/slide" Target="slides/slide577.xml"/><Relationship Id="rId584" Type="http://schemas.openxmlformats.org/officeDocument/2006/relationships/slide" Target="slides/slide578.xml"/><Relationship Id="rId585" Type="http://schemas.openxmlformats.org/officeDocument/2006/relationships/slide" Target="slides/slide579.xml"/><Relationship Id="rId586" Type="http://schemas.openxmlformats.org/officeDocument/2006/relationships/slide" Target="slides/slide580.xml"/><Relationship Id="rId587" Type="http://schemas.openxmlformats.org/officeDocument/2006/relationships/slide" Target="slides/slide581.xml"/><Relationship Id="rId588" Type="http://schemas.openxmlformats.org/officeDocument/2006/relationships/slide" Target="slides/slide582.xml"/><Relationship Id="rId589" Type="http://schemas.openxmlformats.org/officeDocument/2006/relationships/slide" Target="slides/slide583.xml"/><Relationship Id="rId590" Type="http://schemas.openxmlformats.org/officeDocument/2006/relationships/slide" Target="slides/slide584.xml"/><Relationship Id="rId591" Type="http://schemas.openxmlformats.org/officeDocument/2006/relationships/slide" Target="slides/slide585.xml"/><Relationship Id="rId592" Type="http://schemas.openxmlformats.org/officeDocument/2006/relationships/slide" Target="slides/slide586.xml"/><Relationship Id="rId593" Type="http://schemas.openxmlformats.org/officeDocument/2006/relationships/slide" Target="slides/slide587.xml"/><Relationship Id="rId594" Type="http://schemas.openxmlformats.org/officeDocument/2006/relationships/slide" Target="slides/slide588.xml"/><Relationship Id="rId595" Type="http://schemas.openxmlformats.org/officeDocument/2006/relationships/slide" Target="slides/slide589.xml"/><Relationship Id="rId596" Type="http://schemas.openxmlformats.org/officeDocument/2006/relationships/slide" Target="slides/slide590.xml"/><Relationship Id="rId597" Type="http://schemas.openxmlformats.org/officeDocument/2006/relationships/slide" Target="slides/slide591.xml"/><Relationship Id="rId598" Type="http://schemas.openxmlformats.org/officeDocument/2006/relationships/slide" Target="slides/slide592.xml"/><Relationship Id="rId599" Type="http://schemas.openxmlformats.org/officeDocument/2006/relationships/slide" Target="slides/slide593.xml"/><Relationship Id="rId600" Type="http://schemas.openxmlformats.org/officeDocument/2006/relationships/slide" Target="slides/slide594.xml"/><Relationship Id="rId601" Type="http://schemas.openxmlformats.org/officeDocument/2006/relationships/slide" Target="slides/slide595.xml"/><Relationship Id="rId602" Type="http://schemas.openxmlformats.org/officeDocument/2006/relationships/slide" Target="slides/slide596.xml"/><Relationship Id="rId603" Type="http://schemas.openxmlformats.org/officeDocument/2006/relationships/slide" Target="slides/slide597.xml"/><Relationship Id="rId604" Type="http://schemas.openxmlformats.org/officeDocument/2006/relationships/slide" Target="slides/slide598.xml"/><Relationship Id="rId605" Type="http://schemas.openxmlformats.org/officeDocument/2006/relationships/slide" Target="slides/slide599.xml"/><Relationship Id="rId606" Type="http://schemas.openxmlformats.org/officeDocument/2006/relationships/slide" Target="slides/slide600.xml"/><Relationship Id="rId607" Type="http://schemas.openxmlformats.org/officeDocument/2006/relationships/slide" Target="slides/slide601.xml"/><Relationship Id="rId608" Type="http://schemas.openxmlformats.org/officeDocument/2006/relationships/slide" Target="slides/slide602.xml"/><Relationship Id="rId609" Type="http://schemas.openxmlformats.org/officeDocument/2006/relationships/slide" Target="slides/slide603.xml"/><Relationship Id="rId610" Type="http://schemas.openxmlformats.org/officeDocument/2006/relationships/slide" Target="slides/slide604.xml"/><Relationship Id="rId611" Type="http://schemas.openxmlformats.org/officeDocument/2006/relationships/slide" Target="slides/slide605.xml"/><Relationship Id="rId612" Type="http://schemas.openxmlformats.org/officeDocument/2006/relationships/slide" Target="slides/slide606.xml"/><Relationship Id="rId613" Type="http://schemas.openxmlformats.org/officeDocument/2006/relationships/slide" Target="slides/slide607.xml"/><Relationship Id="rId614" Type="http://schemas.openxmlformats.org/officeDocument/2006/relationships/slide" Target="slides/slide608.xml"/><Relationship Id="rId615" Type="http://schemas.openxmlformats.org/officeDocument/2006/relationships/slide" Target="slides/slide609.xml"/><Relationship Id="rId616" Type="http://schemas.openxmlformats.org/officeDocument/2006/relationships/slide" Target="slides/slide610.xml"/><Relationship Id="rId617" Type="http://schemas.openxmlformats.org/officeDocument/2006/relationships/slide" Target="slides/slide611.xml"/><Relationship Id="rId618" Type="http://schemas.openxmlformats.org/officeDocument/2006/relationships/slide" Target="slides/slide612.xml"/><Relationship Id="rId619" Type="http://schemas.openxmlformats.org/officeDocument/2006/relationships/slide" Target="slides/slide613.xml"/><Relationship Id="rId620" Type="http://schemas.openxmlformats.org/officeDocument/2006/relationships/slide" Target="slides/slide614.xml"/><Relationship Id="rId621" Type="http://schemas.openxmlformats.org/officeDocument/2006/relationships/slide" Target="slides/slide615.xml"/><Relationship Id="rId622" Type="http://schemas.openxmlformats.org/officeDocument/2006/relationships/slide" Target="slides/slide616.xml"/><Relationship Id="rId623" Type="http://schemas.openxmlformats.org/officeDocument/2006/relationships/slide" Target="slides/slide617.xml"/><Relationship Id="rId624" Type="http://schemas.openxmlformats.org/officeDocument/2006/relationships/slide" Target="slides/slide618.xml"/><Relationship Id="rId625" Type="http://schemas.openxmlformats.org/officeDocument/2006/relationships/slide" Target="slides/slide619.xml"/><Relationship Id="rId626" Type="http://schemas.openxmlformats.org/officeDocument/2006/relationships/slide" Target="slides/slide620.xml"/><Relationship Id="rId627" Type="http://schemas.openxmlformats.org/officeDocument/2006/relationships/slide" Target="slides/slide621.xml"/><Relationship Id="rId628" Type="http://schemas.openxmlformats.org/officeDocument/2006/relationships/slide" Target="slides/slide622.xml"/><Relationship Id="rId629" Type="http://schemas.openxmlformats.org/officeDocument/2006/relationships/slide" Target="slides/slide623.xml"/><Relationship Id="rId630" Type="http://schemas.openxmlformats.org/officeDocument/2006/relationships/slide" Target="slides/slide624.xml"/><Relationship Id="rId631" Type="http://schemas.openxmlformats.org/officeDocument/2006/relationships/slide" Target="slides/slide625.xml"/><Relationship Id="rId632" Type="http://schemas.openxmlformats.org/officeDocument/2006/relationships/slide" Target="slides/slide626.xml"/><Relationship Id="rId633" Type="http://schemas.openxmlformats.org/officeDocument/2006/relationships/slide" Target="slides/slide627.xml"/><Relationship Id="rId634" Type="http://schemas.openxmlformats.org/officeDocument/2006/relationships/slide" Target="slides/slide628.xml"/><Relationship Id="rId635" Type="http://schemas.openxmlformats.org/officeDocument/2006/relationships/slide" Target="slides/slide629.xml"/><Relationship Id="rId636" Type="http://schemas.openxmlformats.org/officeDocument/2006/relationships/slide" Target="slides/slide630.xml"/><Relationship Id="rId637" Type="http://schemas.openxmlformats.org/officeDocument/2006/relationships/slide" Target="slides/slide631.xml"/><Relationship Id="rId638" Type="http://schemas.openxmlformats.org/officeDocument/2006/relationships/slide" Target="slides/slide632.xml"/><Relationship Id="rId639" Type="http://schemas.openxmlformats.org/officeDocument/2006/relationships/slide" Target="slides/slide633.xml"/><Relationship Id="rId640" Type="http://schemas.openxmlformats.org/officeDocument/2006/relationships/slide" Target="slides/slide634.xml"/><Relationship Id="rId641" Type="http://schemas.openxmlformats.org/officeDocument/2006/relationships/slide" Target="slides/slide635.xml"/><Relationship Id="rId642" Type="http://schemas.openxmlformats.org/officeDocument/2006/relationships/slide" Target="slides/slide636.xml"/><Relationship Id="rId643" Type="http://schemas.openxmlformats.org/officeDocument/2006/relationships/slide" Target="slides/slide637.xml"/><Relationship Id="rId644" Type="http://schemas.openxmlformats.org/officeDocument/2006/relationships/slide" Target="slides/slide638.xml"/><Relationship Id="rId645" Type="http://schemas.openxmlformats.org/officeDocument/2006/relationships/slide" Target="slides/slide639.xml"/><Relationship Id="rId646" Type="http://schemas.openxmlformats.org/officeDocument/2006/relationships/slide" Target="slides/slide640.xml"/><Relationship Id="rId647" Type="http://schemas.openxmlformats.org/officeDocument/2006/relationships/slide" Target="slides/slide641.xml"/><Relationship Id="rId648" Type="http://schemas.openxmlformats.org/officeDocument/2006/relationships/slide" Target="slides/slide642.xml"/><Relationship Id="rId649" Type="http://schemas.openxmlformats.org/officeDocument/2006/relationships/slide" Target="slides/slide643.xml"/><Relationship Id="rId650" Type="http://schemas.openxmlformats.org/officeDocument/2006/relationships/slide" Target="slides/slide644.xml"/><Relationship Id="rId651" Type="http://schemas.openxmlformats.org/officeDocument/2006/relationships/slide" Target="slides/slide645.xml"/><Relationship Id="rId652" Type="http://schemas.openxmlformats.org/officeDocument/2006/relationships/slide" Target="slides/slide646.xml"/><Relationship Id="rId653" Type="http://schemas.openxmlformats.org/officeDocument/2006/relationships/slide" Target="slides/slide647.xml"/><Relationship Id="rId654" Type="http://schemas.openxmlformats.org/officeDocument/2006/relationships/slide" Target="slides/slide648.xml"/><Relationship Id="rId655" Type="http://schemas.openxmlformats.org/officeDocument/2006/relationships/slide" Target="slides/slide649.xml"/><Relationship Id="rId656" Type="http://schemas.openxmlformats.org/officeDocument/2006/relationships/slide" Target="slides/slide650.xml"/><Relationship Id="rId657" Type="http://schemas.openxmlformats.org/officeDocument/2006/relationships/slide" Target="slides/slide651.xml"/><Relationship Id="rId658" Type="http://schemas.openxmlformats.org/officeDocument/2006/relationships/slide" Target="slides/slide652.xml"/><Relationship Id="rId659" Type="http://schemas.openxmlformats.org/officeDocument/2006/relationships/slide" Target="slides/slide653.xml"/><Relationship Id="rId660" Type="http://schemas.openxmlformats.org/officeDocument/2006/relationships/slide" Target="slides/slide654.xml"/><Relationship Id="rId661" Type="http://schemas.openxmlformats.org/officeDocument/2006/relationships/slide" Target="slides/slide655.xml"/><Relationship Id="rId662" Type="http://schemas.openxmlformats.org/officeDocument/2006/relationships/slide" Target="slides/slide656.xml"/><Relationship Id="rId663" Type="http://schemas.openxmlformats.org/officeDocument/2006/relationships/slide" Target="slides/slide657.xml"/><Relationship Id="rId664" Type="http://schemas.openxmlformats.org/officeDocument/2006/relationships/slide" Target="slides/slide658.xml"/><Relationship Id="rId665" Type="http://schemas.openxmlformats.org/officeDocument/2006/relationships/slide" Target="slides/slide659.xml"/><Relationship Id="rId666" Type="http://schemas.openxmlformats.org/officeDocument/2006/relationships/slide" Target="slides/slide660.xml"/><Relationship Id="rId667" Type="http://schemas.openxmlformats.org/officeDocument/2006/relationships/slide" Target="slides/slide661.xml"/><Relationship Id="rId668" Type="http://schemas.openxmlformats.org/officeDocument/2006/relationships/slide" Target="slides/slide662.xml"/><Relationship Id="rId669" Type="http://schemas.openxmlformats.org/officeDocument/2006/relationships/slide" Target="slides/slide663.xml"/><Relationship Id="rId670" Type="http://schemas.openxmlformats.org/officeDocument/2006/relationships/slide" Target="slides/slide664.xml"/><Relationship Id="rId671" Type="http://schemas.openxmlformats.org/officeDocument/2006/relationships/slide" Target="slides/slide665.xml"/><Relationship Id="rId672" Type="http://schemas.openxmlformats.org/officeDocument/2006/relationships/slide" Target="slides/slide666.xml"/><Relationship Id="rId673" Type="http://schemas.openxmlformats.org/officeDocument/2006/relationships/slide" Target="slides/slide667.xml"/><Relationship Id="rId674" Type="http://schemas.openxmlformats.org/officeDocument/2006/relationships/slide" Target="slides/slide668.xml"/><Relationship Id="rId675" Type="http://schemas.openxmlformats.org/officeDocument/2006/relationships/slide" Target="slides/slide669.xml"/><Relationship Id="rId676" Type="http://schemas.openxmlformats.org/officeDocument/2006/relationships/slide" Target="slides/slide670.xml"/><Relationship Id="rId677" Type="http://schemas.openxmlformats.org/officeDocument/2006/relationships/slide" Target="slides/slide671.xml"/><Relationship Id="rId678" Type="http://schemas.openxmlformats.org/officeDocument/2006/relationships/slide" Target="slides/slide672.xml"/><Relationship Id="rId679" Type="http://schemas.openxmlformats.org/officeDocument/2006/relationships/slide" Target="slides/slide673.xml"/><Relationship Id="rId680" Type="http://schemas.openxmlformats.org/officeDocument/2006/relationships/slide" Target="slides/slide674.xml"/><Relationship Id="rId681" Type="http://schemas.openxmlformats.org/officeDocument/2006/relationships/slide" Target="slides/slide675.xml"/><Relationship Id="rId682" Type="http://schemas.openxmlformats.org/officeDocument/2006/relationships/slide" Target="slides/slide676.xml"/><Relationship Id="rId683" Type="http://schemas.openxmlformats.org/officeDocument/2006/relationships/slide" Target="slides/slide677.xml"/><Relationship Id="rId684" Type="http://schemas.openxmlformats.org/officeDocument/2006/relationships/slide" Target="slides/slide678.xml"/><Relationship Id="rId685" Type="http://schemas.openxmlformats.org/officeDocument/2006/relationships/slide" Target="slides/slide679.xml"/><Relationship Id="rId686" Type="http://schemas.openxmlformats.org/officeDocument/2006/relationships/slide" Target="slides/slide680.xml"/><Relationship Id="rId687" Type="http://schemas.openxmlformats.org/officeDocument/2006/relationships/slide" Target="slides/slide681.xml"/><Relationship Id="rId688" Type="http://schemas.openxmlformats.org/officeDocument/2006/relationships/slide" Target="slides/slide682.xml"/><Relationship Id="rId689" Type="http://schemas.openxmlformats.org/officeDocument/2006/relationships/slide" Target="slides/slide683.xml"/><Relationship Id="rId690" Type="http://schemas.openxmlformats.org/officeDocument/2006/relationships/slide" Target="slides/slide684.xml"/><Relationship Id="rId691" Type="http://schemas.openxmlformats.org/officeDocument/2006/relationships/slide" Target="slides/slide685.xml"/><Relationship Id="rId692" Type="http://schemas.openxmlformats.org/officeDocument/2006/relationships/slide" Target="slides/slide686.xml"/><Relationship Id="rId693" Type="http://schemas.openxmlformats.org/officeDocument/2006/relationships/slide" Target="slides/slide687.xml"/><Relationship Id="rId694" Type="http://schemas.openxmlformats.org/officeDocument/2006/relationships/slide" Target="slides/slide688.xml"/><Relationship Id="rId695" Type="http://schemas.openxmlformats.org/officeDocument/2006/relationships/slide" Target="slides/slide689.xml"/><Relationship Id="rId696" Type="http://schemas.openxmlformats.org/officeDocument/2006/relationships/slide" Target="slides/slide690.xml"/><Relationship Id="rId697" Type="http://schemas.openxmlformats.org/officeDocument/2006/relationships/slide" Target="slides/slide691.xml"/><Relationship Id="rId698" Type="http://schemas.openxmlformats.org/officeDocument/2006/relationships/slide" Target="slides/slide692.xml"/><Relationship Id="rId699" Type="http://schemas.openxmlformats.org/officeDocument/2006/relationships/slide" Target="slides/slide693.xml"/><Relationship Id="rId700" Type="http://schemas.openxmlformats.org/officeDocument/2006/relationships/slide" Target="slides/slide694.xml"/><Relationship Id="rId701" Type="http://schemas.openxmlformats.org/officeDocument/2006/relationships/slide" Target="slides/slide695.xml"/><Relationship Id="rId702" Type="http://schemas.openxmlformats.org/officeDocument/2006/relationships/slide" Target="slides/slide696.xml"/><Relationship Id="rId703" Type="http://schemas.openxmlformats.org/officeDocument/2006/relationships/slide" Target="slides/slide697.xml"/><Relationship Id="rId704" Type="http://schemas.openxmlformats.org/officeDocument/2006/relationships/slide" Target="slides/slide698.xml"/><Relationship Id="rId705" Type="http://schemas.openxmlformats.org/officeDocument/2006/relationships/slide" Target="slides/slide699.xml"/><Relationship Id="rId706" Type="http://schemas.openxmlformats.org/officeDocument/2006/relationships/slide" Target="slides/slide700.xml"/><Relationship Id="rId707" Type="http://schemas.openxmlformats.org/officeDocument/2006/relationships/slide" Target="slides/slide701.xml"/><Relationship Id="rId708" Type="http://schemas.openxmlformats.org/officeDocument/2006/relationships/slide" Target="slides/slide702.xml"/><Relationship Id="rId709" Type="http://schemas.openxmlformats.org/officeDocument/2006/relationships/slide" Target="slides/slide703.xml"/><Relationship Id="rId710" Type="http://schemas.openxmlformats.org/officeDocument/2006/relationships/slide" Target="slides/slide704.xml"/><Relationship Id="rId711" Type="http://schemas.openxmlformats.org/officeDocument/2006/relationships/slide" Target="slides/slide705.xml"/><Relationship Id="rId712" Type="http://schemas.openxmlformats.org/officeDocument/2006/relationships/slide" Target="slides/slide706.xml"/><Relationship Id="rId713" Type="http://schemas.openxmlformats.org/officeDocument/2006/relationships/slide" Target="slides/slide707.xml"/><Relationship Id="rId714" Type="http://schemas.openxmlformats.org/officeDocument/2006/relationships/slide" Target="slides/slide708.xml"/><Relationship Id="rId715" Type="http://schemas.openxmlformats.org/officeDocument/2006/relationships/slide" Target="slides/slide709.xml"/><Relationship Id="rId716" Type="http://schemas.openxmlformats.org/officeDocument/2006/relationships/slide" Target="slides/slide710.xml"/><Relationship Id="rId717" Type="http://schemas.openxmlformats.org/officeDocument/2006/relationships/slide" Target="slides/slide711.xml"/><Relationship Id="rId718" Type="http://schemas.openxmlformats.org/officeDocument/2006/relationships/slide" Target="slides/slide712.xml"/><Relationship Id="rId719" Type="http://schemas.openxmlformats.org/officeDocument/2006/relationships/slide" Target="slides/slide713.xml"/><Relationship Id="rId720" Type="http://schemas.openxmlformats.org/officeDocument/2006/relationships/slide" Target="slides/slide714.xml"/><Relationship Id="rId721" Type="http://schemas.openxmlformats.org/officeDocument/2006/relationships/slide" Target="slides/slide715.xml"/><Relationship Id="rId722" Type="http://schemas.openxmlformats.org/officeDocument/2006/relationships/slide" Target="slides/slide716.xml"/><Relationship Id="rId723" Type="http://schemas.openxmlformats.org/officeDocument/2006/relationships/slide" Target="slides/slide717.xml"/><Relationship Id="rId724" Type="http://schemas.openxmlformats.org/officeDocument/2006/relationships/slide" Target="slides/slide718.xml"/><Relationship Id="rId725" Type="http://schemas.openxmlformats.org/officeDocument/2006/relationships/slide" Target="slides/slide719.xml"/><Relationship Id="rId726" Type="http://schemas.openxmlformats.org/officeDocument/2006/relationships/slide" Target="slides/slide720.xml"/><Relationship Id="rId727" Type="http://schemas.openxmlformats.org/officeDocument/2006/relationships/slide" Target="slides/slide721.xml"/><Relationship Id="rId728" Type="http://schemas.openxmlformats.org/officeDocument/2006/relationships/slide" Target="slides/slide722.xml"/><Relationship Id="rId729" Type="http://schemas.openxmlformats.org/officeDocument/2006/relationships/slide" Target="slides/slide723.xml"/><Relationship Id="rId730" Type="http://schemas.openxmlformats.org/officeDocument/2006/relationships/slide" Target="slides/slide724.xml"/><Relationship Id="rId731" Type="http://schemas.openxmlformats.org/officeDocument/2006/relationships/slide" Target="slides/slide725.xml"/><Relationship Id="rId732" Type="http://schemas.openxmlformats.org/officeDocument/2006/relationships/slide" Target="slides/slide726.xml"/><Relationship Id="rId733" Type="http://schemas.openxmlformats.org/officeDocument/2006/relationships/slide" Target="slides/slide727.xml"/><Relationship Id="rId734" Type="http://schemas.openxmlformats.org/officeDocument/2006/relationships/slide" Target="slides/slide728.xml"/><Relationship Id="rId735" Type="http://schemas.openxmlformats.org/officeDocument/2006/relationships/slide" Target="slides/slide729.xml"/><Relationship Id="rId736" Type="http://schemas.openxmlformats.org/officeDocument/2006/relationships/slide" Target="slides/slide730.xml"/><Relationship Id="rId737" Type="http://schemas.openxmlformats.org/officeDocument/2006/relationships/slide" Target="slides/slide731.xml"/><Relationship Id="rId738" Type="http://schemas.openxmlformats.org/officeDocument/2006/relationships/slide" Target="slides/slide732.xml"/><Relationship Id="rId739" Type="http://schemas.openxmlformats.org/officeDocument/2006/relationships/slide" Target="slides/slide733.xml"/><Relationship Id="rId740" Type="http://schemas.openxmlformats.org/officeDocument/2006/relationships/slide" Target="slides/slide734.xml"/><Relationship Id="rId741" Type="http://schemas.openxmlformats.org/officeDocument/2006/relationships/slide" Target="slides/slide735.xml"/><Relationship Id="rId742" Type="http://schemas.openxmlformats.org/officeDocument/2006/relationships/slide" Target="slides/slide736.xml"/><Relationship Id="rId743" Type="http://schemas.openxmlformats.org/officeDocument/2006/relationships/slide" Target="slides/slide737.xml"/><Relationship Id="rId744" Type="http://schemas.openxmlformats.org/officeDocument/2006/relationships/slide" Target="slides/slide738.xml"/><Relationship Id="rId745" Type="http://schemas.openxmlformats.org/officeDocument/2006/relationships/slide" Target="slides/slide739.xml"/><Relationship Id="rId746" Type="http://schemas.openxmlformats.org/officeDocument/2006/relationships/slide" Target="slides/slide740.xml"/><Relationship Id="rId747" Type="http://schemas.openxmlformats.org/officeDocument/2006/relationships/slide" Target="slides/slide741.xml"/><Relationship Id="rId748" Type="http://schemas.openxmlformats.org/officeDocument/2006/relationships/slide" Target="slides/slide742.xml"/><Relationship Id="rId749" Type="http://schemas.openxmlformats.org/officeDocument/2006/relationships/slide" Target="slides/slide743.xml"/><Relationship Id="rId750" Type="http://schemas.openxmlformats.org/officeDocument/2006/relationships/slide" Target="slides/slide744.xml"/><Relationship Id="rId751" Type="http://schemas.openxmlformats.org/officeDocument/2006/relationships/slide" Target="slides/slide745.xml"/><Relationship Id="rId752" Type="http://schemas.openxmlformats.org/officeDocument/2006/relationships/slide" Target="slides/slide746.xml"/><Relationship Id="rId753" Type="http://schemas.openxmlformats.org/officeDocument/2006/relationships/slide" Target="slides/slide747.xml"/><Relationship Id="rId754" Type="http://schemas.openxmlformats.org/officeDocument/2006/relationships/slide" Target="slides/slide748.xml"/><Relationship Id="rId755" Type="http://schemas.openxmlformats.org/officeDocument/2006/relationships/slide" Target="slides/slide749.xml"/><Relationship Id="rId756" Type="http://schemas.openxmlformats.org/officeDocument/2006/relationships/slide" Target="slides/slide750.xml"/><Relationship Id="rId757" Type="http://schemas.openxmlformats.org/officeDocument/2006/relationships/slide" Target="slides/slide751.xml"/><Relationship Id="rId758" Type="http://schemas.openxmlformats.org/officeDocument/2006/relationships/slide" Target="slides/slide752.xml"/><Relationship Id="rId759" Type="http://schemas.openxmlformats.org/officeDocument/2006/relationships/slide" Target="slides/slide753.xml"/><Relationship Id="rId760" Type="http://schemas.openxmlformats.org/officeDocument/2006/relationships/slide" Target="slides/slide754.xml"/><Relationship Id="rId761" Type="http://schemas.openxmlformats.org/officeDocument/2006/relationships/slide" Target="slides/slide755.xml"/><Relationship Id="rId762" Type="http://schemas.openxmlformats.org/officeDocument/2006/relationships/slide" Target="slides/slide756.xml"/><Relationship Id="rId763" Type="http://schemas.openxmlformats.org/officeDocument/2006/relationships/slide" Target="slides/slide757.xml"/><Relationship Id="rId764" Type="http://schemas.openxmlformats.org/officeDocument/2006/relationships/slide" Target="slides/slide758.xml"/><Relationship Id="rId765" Type="http://schemas.openxmlformats.org/officeDocument/2006/relationships/slide" Target="slides/slide759.xml"/><Relationship Id="rId766" Type="http://schemas.openxmlformats.org/officeDocument/2006/relationships/slide" Target="slides/slide760.xml"/><Relationship Id="rId767" Type="http://schemas.openxmlformats.org/officeDocument/2006/relationships/slide" Target="slides/slide761.xml"/><Relationship Id="rId768" Type="http://schemas.openxmlformats.org/officeDocument/2006/relationships/slide" Target="slides/slide762.xml"/><Relationship Id="rId769" Type="http://schemas.openxmlformats.org/officeDocument/2006/relationships/slide" Target="slides/slide763.xml"/><Relationship Id="rId770" Type="http://schemas.openxmlformats.org/officeDocument/2006/relationships/slide" Target="slides/slide764.xml"/><Relationship Id="rId771" Type="http://schemas.openxmlformats.org/officeDocument/2006/relationships/slide" Target="slides/slide765.xml"/><Relationship Id="rId772" Type="http://schemas.openxmlformats.org/officeDocument/2006/relationships/slide" Target="slides/slide766.xml"/><Relationship Id="rId773" Type="http://schemas.openxmlformats.org/officeDocument/2006/relationships/slide" Target="slides/slide767.xml"/><Relationship Id="rId774" Type="http://schemas.openxmlformats.org/officeDocument/2006/relationships/slide" Target="slides/slide768.xml"/><Relationship Id="rId775" Type="http://schemas.openxmlformats.org/officeDocument/2006/relationships/slide" Target="slides/slide769.xml"/><Relationship Id="rId776" Type="http://schemas.openxmlformats.org/officeDocument/2006/relationships/slide" Target="slides/slide770.xml"/><Relationship Id="rId777" Type="http://schemas.openxmlformats.org/officeDocument/2006/relationships/slide" Target="slides/slide771.xml"/><Relationship Id="rId778" Type="http://schemas.openxmlformats.org/officeDocument/2006/relationships/slide" Target="slides/slide772.xml"/><Relationship Id="rId779" Type="http://schemas.openxmlformats.org/officeDocument/2006/relationships/slide" Target="slides/slide773.xml"/><Relationship Id="rId780" Type="http://schemas.openxmlformats.org/officeDocument/2006/relationships/slide" Target="slides/slide774.xml"/><Relationship Id="rId781" Type="http://schemas.openxmlformats.org/officeDocument/2006/relationships/slide" Target="slides/slide775.xml"/><Relationship Id="rId782" Type="http://schemas.openxmlformats.org/officeDocument/2006/relationships/slide" Target="slides/slide776.xml"/><Relationship Id="rId783" Type="http://schemas.openxmlformats.org/officeDocument/2006/relationships/slide" Target="slides/slide777.xml"/><Relationship Id="rId784" Type="http://schemas.openxmlformats.org/officeDocument/2006/relationships/slide" Target="slides/slide778.xml"/><Relationship Id="rId785" Type="http://schemas.openxmlformats.org/officeDocument/2006/relationships/slide" Target="slides/slide779.xml"/><Relationship Id="rId786" Type="http://schemas.openxmlformats.org/officeDocument/2006/relationships/slide" Target="slides/slide780.xml"/><Relationship Id="rId787" Type="http://schemas.openxmlformats.org/officeDocument/2006/relationships/slide" Target="slides/slide781.xml"/><Relationship Id="rId788" Type="http://schemas.openxmlformats.org/officeDocument/2006/relationships/slide" Target="slides/slide782.xml"/><Relationship Id="rId789" Type="http://schemas.openxmlformats.org/officeDocument/2006/relationships/slide" Target="slides/slide783.xml"/><Relationship Id="rId790" Type="http://schemas.openxmlformats.org/officeDocument/2006/relationships/slide" Target="slides/slide784.xml"/><Relationship Id="rId791" Type="http://schemas.openxmlformats.org/officeDocument/2006/relationships/slide" Target="slides/slide785.xml"/><Relationship Id="rId792" Type="http://schemas.openxmlformats.org/officeDocument/2006/relationships/slide" Target="slides/slide786.xml"/><Relationship Id="rId793" Type="http://schemas.openxmlformats.org/officeDocument/2006/relationships/slide" Target="slides/slide787.xml"/><Relationship Id="rId794" Type="http://schemas.openxmlformats.org/officeDocument/2006/relationships/slide" Target="slides/slide788.xml"/><Relationship Id="rId795" Type="http://schemas.openxmlformats.org/officeDocument/2006/relationships/slide" Target="slides/slide789.xml"/><Relationship Id="rId796" Type="http://schemas.openxmlformats.org/officeDocument/2006/relationships/slide" Target="slides/slide790.xml"/><Relationship Id="rId797" Type="http://schemas.openxmlformats.org/officeDocument/2006/relationships/slide" Target="slides/slide791.xml"/><Relationship Id="rId798" Type="http://schemas.openxmlformats.org/officeDocument/2006/relationships/slide" Target="slides/slide792.xml"/><Relationship Id="rId799" Type="http://schemas.openxmlformats.org/officeDocument/2006/relationships/slide" Target="slides/slide793.xml"/><Relationship Id="rId800" Type="http://schemas.openxmlformats.org/officeDocument/2006/relationships/slide" Target="slides/slide794.xml"/><Relationship Id="rId801" Type="http://schemas.openxmlformats.org/officeDocument/2006/relationships/slide" Target="slides/slide795.xml"/><Relationship Id="rId802" Type="http://schemas.openxmlformats.org/officeDocument/2006/relationships/slide" Target="slides/slide796.xml"/><Relationship Id="rId803" Type="http://schemas.openxmlformats.org/officeDocument/2006/relationships/slide" Target="slides/slide797.xml"/><Relationship Id="rId804" Type="http://schemas.openxmlformats.org/officeDocument/2006/relationships/slide" Target="slides/slide798.xml"/><Relationship Id="rId805" Type="http://schemas.openxmlformats.org/officeDocument/2006/relationships/slide" Target="slides/slide799.xml"/><Relationship Id="rId806" Type="http://schemas.openxmlformats.org/officeDocument/2006/relationships/slide" Target="slides/slide800.xml"/><Relationship Id="rId807" Type="http://schemas.openxmlformats.org/officeDocument/2006/relationships/slide" Target="slides/slide801.xml"/><Relationship Id="rId808" Type="http://schemas.openxmlformats.org/officeDocument/2006/relationships/slide" Target="slides/slide802.xml"/><Relationship Id="rId809" Type="http://schemas.openxmlformats.org/officeDocument/2006/relationships/slide" Target="slides/slide803.xml"/><Relationship Id="rId810" Type="http://schemas.openxmlformats.org/officeDocument/2006/relationships/slide" Target="slides/slide804.xml"/><Relationship Id="rId811" Type="http://schemas.openxmlformats.org/officeDocument/2006/relationships/slide" Target="slides/slide805.xml"/><Relationship Id="rId812" Type="http://schemas.openxmlformats.org/officeDocument/2006/relationships/slide" Target="slides/slide806.xml"/><Relationship Id="rId813" Type="http://schemas.openxmlformats.org/officeDocument/2006/relationships/slide" Target="slides/slide807.xml"/><Relationship Id="rId814" Type="http://schemas.openxmlformats.org/officeDocument/2006/relationships/slide" Target="slides/slide808.xml"/><Relationship Id="rId815" Type="http://schemas.openxmlformats.org/officeDocument/2006/relationships/slide" Target="slides/slide809.xml"/><Relationship Id="rId816" Type="http://schemas.openxmlformats.org/officeDocument/2006/relationships/slide" Target="slides/slide810.xml"/><Relationship Id="rId817" Type="http://schemas.openxmlformats.org/officeDocument/2006/relationships/slide" Target="slides/slide811.xml"/><Relationship Id="rId818" Type="http://schemas.openxmlformats.org/officeDocument/2006/relationships/slide" Target="slides/slide812.xml"/><Relationship Id="rId819" Type="http://schemas.openxmlformats.org/officeDocument/2006/relationships/slide" Target="slides/slide813.xml"/><Relationship Id="rId820" Type="http://schemas.openxmlformats.org/officeDocument/2006/relationships/slide" Target="slides/slide814.xml"/><Relationship Id="rId821" Type="http://schemas.openxmlformats.org/officeDocument/2006/relationships/slide" Target="slides/slide815.xml"/><Relationship Id="rId822" Type="http://schemas.openxmlformats.org/officeDocument/2006/relationships/slide" Target="slides/slide816.xml"/><Relationship Id="rId823" Type="http://schemas.openxmlformats.org/officeDocument/2006/relationships/slide" Target="slides/slide817.xml"/><Relationship Id="rId824" Type="http://schemas.openxmlformats.org/officeDocument/2006/relationships/slide" Target="slides/slide818.xml"/><Relationship Id="rId825" Type="http://schemas.openxmlformats.org/officeDocument/2006/relationships/slide" Target="slides/slide819.xml"/><Relationship Id="rId826" Type="http://schemas.openxmlformats.org/officeDocument/2006/relationships/slide" Target="slides/slide820.xml"/><Relationship Id="rId827" Type="http://schemas.openxmlformats.org/officeDocument/2006/relationships/slide" Target="slides/slide821.xml"/><Relationship Id="rId828" Type="http://schemas.openxmlformats.org/officeDocument/2006/relationships/slide" Target="slides/slide822.xml"/><Relationship Id="rId829" Type="http://schemas.openxmlformats.org/officeDocument/2006/relationships/slide" Target="slides/slide823.xml"/><Relationship Id="rId830" Type="http://schemas.openxmlformats.org/officeDocument/2006/relationships/slide" Target="slides/slide824.xml"/><Relationship Id="rId831" Type="http://schemas.openxmlformats.org/officeDocument/2006/relationships/slide" Target="slides/slide825.xml"/><Relationship Id="rId832" Type="http://schemas.openxmlformats.org/officeDocument/2006/relationships/slide" Target="slides/slide826.xml"/><Relationship Id="rId833" Type="http://schemas.openxmlformats.org/officeDocument/2006/relationships/slide" Target="slides/slide827.xml"/><Relationship Id="rId834" Type="http://schemas.openxmlformats.org/officeDocument/2006/relationships/slide" Target="slides/slide828.xml"/><Relationship Id="rId835" Type="http://schemas.openxmlformats.org/officeDocument/2006/relationships/slide" Target="slides/slide829.xml"/><Relationship Id="rId836" Type="http://schemas.openxmlformats.org/officeDocument/2006/relationships/slide" Target="slides/slide830.xml"/><Relationship Id="rId837" Type="http://schemas.openxmlformats.org/officeDocument/2006/relationships/slide" Target="slides/slide831.xml"/><Relationship Id="rId838" Type="http://schemas.openxmlformats.org/officeDocument/2006/relationships/slide" Target="slides/slide832.xml"/><Relationship Id="rId839" Type="http://schemas.openxmlformats.org/officeDocument/2006/relationships/slide" Target="slides/slide833.xml"/><Relationship Id="rId840" Type="http://schemas.openxmlformats.org/officeDocument/2006/relationships/slide" Target="slides/slide834.xml"/><Relationship Id="rId841" Type="http://schemas.openxmlformats.org/officeDocument/2006/relationships/slide" Target="slides/slide835.xml"/><Relationship Id="rId842" Type="http://schemas.openxmlformats.org/officeDocument/2006/relationships/slide" Target="slides/slide836.xml"/><Relationship Id="rId843" Type="http://schemas.openxmlformats.org/officeDocument/2006/relationships/slide" Target="slides/slide837.xml"/><Relationship Id="rId844" Type="http://schemas.openxmlformats.org/officeDocument/2006/relationships/slide" Target="slides/slide838.xml"/><Relationship Id="rId845" Type="http://schemas.openxmlformats.org/officeDocument/2006/relationships/slide" Target="slides/slide839.xml"/><Relationship Id="rId846" Type="http://schemas.openxmlformats.org/officeDocument/2006/relationships/slide" Target="slides/slide840.xml"/><Relationship Id="rId847" Type="http://schemas.openxmlformats.org/officeDocument/2006/relationships/slide" Target="slides/slide841.xml"/><Relationship Id="rId848" Type="http://schemas.openxmlformats.org/officeDocument/2006/relationships/slide" Target="slides/slide842.xml"/><Relationship Id="rId849" Type="http://schemas.openxmlformats.org/officeDocument/2006/relationships/slide" Target="slides/slide843.xml"/><Relationship Id="rId850" Type="http://schemas.openxmlformats.org/officeDocument/2006/relationships/slide" Target="slides/slide844.xml"/><Relationship Id="rId851" Type="http://schemas.openxmlformats.org/officeDocument/2006/relationships/slide" Target="slides/slide845.xml"/><Relationship Id="rId852" Type="http://schemas.openxmlformats.org/officeDocument/2006/relationships/slide" Target="slides/slide846.xml"/><Relationship Id="rId853" Type="http://schemas.openxmlformats.org/officeDocument/2006/relationships/slide" Target="slides/slide847.xml"/><Relationship Id="rId854" Type="http://schemas.openxmlformats.org/officeDocument/2006/relationships/slide" Target="slides/slide848.xml"/><Relationship Id="rId855" Type="http://schemas.openxmlformats.org/officeDocument/2006/relationships/slide" Target="slides/slide849.xml"/><Relationship Id="rId856" Type="http://schemas.openxmlformats.org/officeDocument/2006/relationships/slide" Target="slides/slide850.xml"/><Relationship Id="rId857" Type="http://schemas.openxmlformats.org/officeDocument/2006/relationships/slide" Target="slides/slide851.xml"/><Relationship Id="rId858" Type="http://schemas.openxmlformats.org/officeDocument/2006/relationships/slide" Target="slides/slide852.xml"/><Relationship Id="rId859" Type="http://schemas.openxmlformats.org/officeDocument/2006/relationships/slide" Target="slides/slide853.xml"/><Relationship Id="rId860" Type="http://schemas.openxmlformats.org/officeDocument/2006/relationships/slide" Target="slides/slide854.xml"/><Relationship Id="rId861" Type="http://schemas.openxmlformats.org/officeDocument/2006/relationships/slide" Target="slides/slide855.xml"/><Relationship Id="rId862" Type="http://schemas.openxmlformats.org/officeDocument/2006/relationships/slide" Target="slides/slide856.xml"/><Relationship Id="rId863" Type="http://schemas.openxmlformats.org/officeDocument/2006/relationships/slide" Target="slides/slide857.xml"/><Relationship Id="rId864" Type="http://schemas.openxmlformats.org/officeDocument/2006/relationships/slide" Target="slides/slide858.xml"/><Relationship Id="rId865" Type="http://schemas.openxmlformats.org/officeDocument/2006/relationships/slide" Target="slides/slide859.xml"/><Relationship Id="rId866" Type="http://schemas.openxmlformats.org/officeDocument/2006/relationships/slide" Target="slides/slide860.xml"/><Relationship Id="rId867" Type="http://schemas.openxmlformats.org/officeDocument/2006/relationships/slide" Target="slides/slide861.xml"/><Relationship Id="rId868" Type="http://schemas.openxmlformats.org/officeDocument/2006/relationships/slide" Target="slides/slide862.xml"/><Relationship Id="rId869" Type="http://schemas.openxmlformats.org/officeDocument/2006/relationships/slide" Target="slides/slide863.xml"/><Relationship Id="rId870" Type="http://schemas.openxmlformats.org/officeDocument/2006/relationships/slide" Target="slides/slide864.xml"/><Relationship Id="rId871" Type="http://schemas.openxmlformats.org/officeDocument/2006/relationships/slide" Target="slides/slide865.xml"/><Relationship Id="rId872" Type="http://schemas.openxmlformats.org/officeDocument/2006/relationships/slide" Target="slides/slide866.xml"/><Relationship Id="rId873" Type="http://schemas.openxmlformats.org/officeDocument/2006/relationships/slide" Target="slides/slide867.xml"/><Relationship Id="rId874" Type="http://schemas.openxmlformats.org/officeDocument/2006/relationships/slide" Target="slides/slide868.xml"/><Relationship Id="rId875" Type="http://schemas.openxmlformats.org/officeDocument/2006/relationships/slide" Target="slides/slide869.xml"/><Relationship Id="rId876" Type="http://schemas.openxmlformats.org/officeDocument/2006/relationships/slide" Target="slides/slide870.xml"/><Relationship Id="rId877" Type="http://schemas.openxmlformats.org/officeDocument/2006/relationships/slide" Target="slides/slide871.xml"/><Relationship Id="rId878" Type="http://schemas.openxmlformats.org/officeDocument/2006/relationships/slide" Target="slides/slide872.xml"/><Relationship Id="rId879" Type="http://schemas.openxmlformats.org/officeDocument/2006/relationships/slide" Target="slides/slide873.xml"/><Relationship Id="rId880" Type="http://schemas.openxmlformats.org/officeDocument/2006/relationships/slide" Target="slides/slide874.xml"/><Relationship Id="rId881" Type="http://schemas.openxmlformats.org/officeDocument/2006/relationships/slide" Target="slides/slide875.xml"/><Relationship Id="rId882" Type="http://schemas.openxmlformats.org/officeDocument/2006/relationships/slide" Target="slides/slide876.xml"/><Relationship Id="rId883" Type="http://schemas.openxmlformats.org/officeDocument/2006/relationships/slide" Target="slides/slide877.xml"/><Relationship Id="rId884" Type="http://schemas.openxmlformats.org/officeDocument/2006/relationships/slide" Target="slides/slide878.xml"/><Relationship Id="rId885" Type="http://schemas.openxmlformats.org/officeDocument/2006/relationships/slide" Target="slides/slide879.xml"/><Relationship Id="rId886" Type="http://schemas.openxmlformats.org/officeDocument/2006/relationships/slide" Target="slides/slide880.xml"/><Relationship Id="rId887" Type="http://schemas.openxmlformats.org/officeDocument/2006/relationships/slide" Target="slides/slide881.xml"/><Relationship Id="rId888" Type="http://schemas.openxmlformats.org/officeDocument/2006/relationships/slide" Target="slides/slide882.xml"/><Relationship Id="rId889" Type="http://schemas.openxmlformats.org/officeDocument/2006/relationships/slide" Target="slides/slide883.xml"/><Relationship Id="rId890" Type="http://schemas.openxmlformats.org/officeDocument/2006/relationships/slide" Target="slides/slide884.xml"/><Relationship Id="rId891" Type="http://schemas.openxmlformats.org/officeDocument/2006/relationships/slide" Target="slides/slide885.xml"/><Relationship Id="rId892" Type="http://schemas.openxmlformats.org/officeDocument/2006/relationships/slide" Target="slides/slide886.xml"/><Relationship Id="rId893" Type="http://schemas.openxmlformats.org/officeDocument/2006/relationships/slide" Target="slides/slide887.xml"/><Relationship Id="rId894" Type="http://schemas.openxmlformats.org/officeDocument/2006/relationships/slide" Target="slides/slide888.xml"/><Relationship Id="rId895" Type="http://schemas.openxmlformats.org/officeDocument/2006/relationships/slide" Target="slides/slide889.xml"/><Relationship Id="rId896" Type="http://schemas.openxmlformats.org/officeDocument/2006/relationships/slide" Target="slides/slide890.xml"/><Relationship Id="rId897" Type="http://schemas.openxmlformats.org/officeDocument/2006/relationships/slide" Target="slides/slide891.xml"/><Relationship Id="rId898" Type="http://schemas.openxmlformats.org/officeDocument/2006/relationships/slide" Target="slides/slide892.xml"/><Relationship Id="rId899" Type="http://schemas.openxmlformats.org/officeDocument/2006/relationships/slide" Target="slides/slide893.xml"/><Relationship Id="rId900" Type="http://schemas.openxmlformats.org/officeDocument/2006/relationships/slide" Target="slides/slide894.xml"/><Relationship Id="rId901" Type="http://schemas.openxmlformats.org/officeDocument/2006/relationships/slide" Target="slides/slide895.xml"/><Relationship Id="rId902" Type="http://schemas.openxmlformats.org/officeDocument/2006/relationships/slide" Target="slides/slide896.xml"/><Relationship Id="rId903" Type="http://schemas.openxmlformats.org/officeDocument/2006/relationships/slide" Target="slides/slide897.xml"/><Relationship Id="rId904" Type="http://schemas.openxmlformats.org/officeDocument/2006/relationships/slide" Target="slides/slide898.xml"/><Relationship Id="rId905" Type="http://schemas.openxmlformats.org/officeDocument/2006/relationships/slide" Target="slides/slide899.xml"/><Relationship Id="rId906" Type="http://schemas.openxmlformats.org/officeDocument/2006/relationships/slide" Target="slides/slide900.xml"/><Relationship Id="rId907" Type="http://schemas.openxmlformats.org/officeDocument/2006/relationships/slide" Target="slides/slide901.xml"/><Relationship Id="rId908" Type="http://schemas.openxmlformats.org/officeDocument/2006/relationships/slide" Target="slides/slide902.xml"/><Relationship Id="rId909" Type="http://schemas.openxmlformats.org/officeDocument/2006/relationships/slide" Target="slides/slide903.xml"/><Relationship Id="rId910" Type="http://schemas.openxmlformats.org/officeDocument/2006/relationships/slide" Target="slides/slide904.xml"/><Relationship Id="rId911" Type="http://schemas.openxmlformats.org/officeDocument/2006/relationships/slide" Target="slides/slide905.xml"/><Relationship Id="rId912" Type="http://schemas.openxmlformats.org/officeDocument/2006/relationships/slide" Target="slides/slide906.xml"/><Relationship Id="rId913" Type="http://schemas.openxmlformats.org/officeDocument/2006/relationships/slide" Target="slides/slide907.xml"/><Relationship Id="rId914" Type="http://schemas.openxmlformats.org/officeDocument/2006/relationships/slide" Target="slides/slide908.xml"/><Relationship Id="rId915" Type="http://schemas.openxmlformats.org/officeDocument/2006/relationships/slide" Target="slides/slide909.xml"/><Relationship Id="rId916" Type="http://schemas.openxmlformats.org/officeDocument/2006/relationships/slide" Target="slides/slide910.xml"/><Relationship Id="rId917" Type="http://schemas.openxmlformats.org/officeDocument/2006/relationships/slide" Target="slides/slide911.xml"/><Relationship Id="rId918" Type="http://schemas.openxmlformats.org/officeDocument/2006/relationships/slide" Target="slides/slide912.xml"/><Relationship Id="rId919" Type="http://schemas.openxmlformats.org/officeDocument/2006/relationships/slide" Target="slides/slide913.xml"/><Relationship Id="rId920" Type="http://schemas.openxmlformats.org/officeDocument/2006/relationships/slide" Target="slides/slide914.xml"/><Relationship Id="rId921" Type="http://schemas.openxmlformats.org/officeDocument/2006/relationships/slide" Target="slides/slide915.xml"/><Relationship Id="rId922" Type="http://schemas.openxmlformats.org/officeDocument/2006/relationships/slide" Target="slides/slide916.xml"/><Relationship Id="rId923" Type="http://schemas.openxmlformats.org/officeDocument/2006/relationships/slide" Target="slides/slide917.xml"/><Relationship Id="rId924" Type="http://schemas.openxmlformats.org/officeDocument/2006/relationships/slide" Target="slides/slide918.xml"/><Relationship Id="rId925" Type="http://schemas.openxmlformats.org/officeDocument/2006/relationships/slide" Target="slides/slide919.xml"/><Relationship Id="rId926" Type="http://schemas.openxmlformats.org/officeDocument/2006/relationships/slide" Target="slides/slide920.xml"/><Relationship Id="rId927" Type="http://schemas.openxmlformats.org/officeDocument/2006/relationships/slide" Target="slides/slide921.xml"/><Relationship Id="rId928" Type="http://schemas.openxmlformats.org/officeDocument/2006/relationships/slide" Target="slides/slide922.xml"/><Relationship Id="rId929" Type="http://schemas.openxmlformats.org/officeDocument/2006/relationships/slide" Target="slides/slide923.xml"/><Relationship Id="rId930" Type="http://schemas.openxmlformats.org/officeDocument/2006/relationships/slide" Target="slides/slide924.xml"/><Relationship Id="rId931" Type="http://schemas.openxmlformats.org/officeDocument/2006/relationships/slide" Target="slides/slide925.xml"/><Relationship Id="rId932" Type="http://schemas.openxmlformats.org/officeDocument/2006/relationships/slide" Target="slides/slide926.xml"/><Relationship Id="rId933" Type="http://schemas.openxmlformats.org/officeDocument/2006/relationships/slide" Target="slides/slide927.xml"/><Relationship Id="rId934" Type="http://schemas.openxmlformats.org/officeDocument/2006/relationships/slide" Target="slides/slide928.xml"/><Relationship Id="rId935" Type="http://schemas.openxmlformats.org/officeDocument/2006/relationships/slide" Target="slides/slide929.xml"/><Relationship Id="rId936" Type="http://schemas.openxmlformats.org/officeDocument/2006/relationships/slide" Target="slides/slide930.xml"/><Relationship Id="rId937" Type="http://schemas.openxmlformats.org/officeDocument/2006/relationships/slide" Target="slides/slide931.xml"/><Relationship Id="rId938" Type="http://schemas.openxmlformats.org/officeDocument/2006/relationships/slide" Target="slides/slide932.xml"/><Relationship Id="rId939" Type="http://schemas.openxmlformats.org/officeDocument/2006/relationships/slide" Target="slides/slide933.xml"/><Relationship Id="rId940" Type="http://schemas.openxmlformats.org/officeDocument/2006/relationships/slide" Target="slides/slide934.xml"/><Relationship Id="rId941" Type="http://schemas.openxmlformats.org/officeDocument/2006/relationships/slide" Target="slides/slide935.xml"/><Relationship Id="rId942" Type="http://schemas.openxmlformats.org/officeDocument/2006/relationships/slide" Target="slides/slide936.xml"/><Relationship Id="rId943" Type="http://schemas.openxmlformats.org/officeDocument/2006/relationships/slide" Target="slides/slide937.xml"/><Relationship Id="rId944" Type="http://schemas.openxmlformats.org/officeDocument/2006/relationships/slide" Target="slides/slide938.xml"/><Relationship Id="rId945" Type="http://schemas.openxmlformats.org/officeDocument/2006/relationships/slide" Target="slides/slide939.xml"/><Relationship Id="rId946" Type="http://schemas.openxmlformats.org/officeDocument/2006/relationships/slide" Target="slides/slide940.xml"/><Relationship Id="rId947" Type="http://schemas.openxmlformats.org/officeDocument/2006/relationships/slide" Target="slides/slide941.xml"/><Relationship Id="rId948" Type="http://schemas.openxmlformats.org/officeDocument/2006/relationships/slide" Target="slides/slide942.xml"/><Relationship Id="rId949" Type="http://schemas.openxmlformats.org/officeDocument/2006/relationships/slide" Target="slides/slide943.xml"/><Relationship Id="rId950" Type="http://schemas.openxmlformats.org/officeDocument/2006/relationships/slide" Target="slides/slide944.xml"/><Relationship Id="rId951" Type="http://schemas.openxmlformats.org/officeDocument/2006/relationships/slide" Target="slides/slide945.xml"/><Relationship Id="rId952" Type="http://schemas.openxmlformats.org/officeDocument/2006/relationships/slide" Target="slides/slide946.xml"/><Relationship Id="rId953" Type="http://schemas.openxmlformats.org/officeDocument/2006/relationships/slide" Target="slides/slide947.xml"/><Relationship Id="rId954" Type="http://schemas.openxmlformats.org/officeDocument/2006/relationships/slide" Target="slides/slide948.xml"/><Relationship Id="rId955" Type="http://schemas.openxmlformats.org/officeDocument/2006/relationships/slide" Target="slides/slide949.xml"/><Relationship Id="rId956" Type="http://schemas.openxmlformats.org/officeDocument/2006/relationships/slide" Target="slides/slide950.xml"/><Relationship Id="rId957" Type="http://schemas.openxmlformats.org/officeDocument/2006/relationships/slide" Target="slides/slide951.xml"/><Relationship Id="rId958" Type="http://schemas.openxmlformats.org/officeDocument/2006/relationships/slide" Target="slides/slide952.xml"/><Relationship Id="rId959" Type="http://schemas.openxmlformats.org/officeDocument/2006/relationships/slide" Target="slides/slide953.xml"/><Relationship Id="rId960" Type="http://schemas.openxmlformats.org/officeDocument/2006/relationships/slide" Target="slides/slide954.xml"/><Relationship Id="rId961" Type="http://schemas.openxmlformats.org/officeDocument/2006/relationships/slide" Target="slides/slide955.xml"/><Relationship Id="rId962" Type="http://schemas.openxmlformats.org/officeDocument/2006/relationships/slide" Target="slides/slide956.xml"/><Relationship Id="rId963" Type="http://schemas.openxmlformats.org/officeDocument/2006/relationships/slide" Target="slides/slide957.xml"/><Relationship Id="rId964" Type="http://schemas.openxmlformats.org/officeDocument/2006/relationships/slide" Target="slides/slide958.xml"/><Relationship Id="rId965" Type="http://schemas.openxmlformats.org/officeDocument/2006/relationships/slide" Target="slides/slide959.xml"/><Relationship Id="rId966" Type="http://schemas.openxmlformats.org/officeDocument/2006/relationships/slide" Target="slides/slide960.xml"/><Relationship Id="rId967" Type="http://schemas.openxmlformats.org/officeDocument/2006/relationships/slide" Target="slides/slide961.xml"/><Relationship Id="rId968" Type="http://schemas.openxmlformats.org/officeDocument/2006/relationships/slide" Target="slides/slide962.xml"/><Relationship Id="rId969" Type="http://schemas.openxmlformats.org/officeDocument/2006/relationships/slide" Target="slides/slide963.xml"/><Relationship Id="rId970" Type="http://schemas.openxmlformats.org/officeDocument/2006/relationships/slide" Target="slides/slide964.xml"/><Relationship Id="rId971" Type="http://schemas.openxmlformats.org/officeDocument/2006/relationships/slide" Target="slides/slide965.xml"/><Relationship Id="rId972" Type="http://schemas.openxmlformats.org/officeDocument/2006/relationships/slide" Target="slides/slide966.xml"/><Relationship Id="rId973" Type="http://schemas.openxmlformats.org/officeDocument/2006/relationships/slide" Target="slides/slide967.xml"/><Relationship Id="rId974" Type="http://schemas.openxmlformats.org/officeDocument/2006/relationships/slide" Target="slides/slide968.xml"/><Relationship Id="rId975" Type="http://schemas.openxmlformats.org/officeDocument/2006/relationships/slide" Target="slides/slide969.xml"/><Relationship Id="rId976" Type="http://schemas.openxmlformats.org/officeDocument/2006/relationships/slide" Target="slides/slide970.xml"/><Relationship Id="rId977" Type="http://schemas.openxmlformats.org/officeDocument/2006/relationships/slide" Target="slides/slide971.xml"/><Relationship Id="rId978" Type="http://schemas.openxmlformats.org/officeDocument/2006/relationships/slide" Target="slides/slide972.xml"/><Relationship Id="rId979" Type="http://schemas.openxmlformats.org/officeDocument/2006/relationships/slide" Target="slides/slide973.xml"/><Relationship Id="rId980" Type="http://schemas.openxmlformats.org/officeDocument/2006/relationships/slide" Target="slides/slide974.xml"/><Relationship Id="rId981" Type="http://schemas.openxmlformats.org/officeDocument/2006/relationships/slide" Target="slides/slide975.xml"/><Relationship Id="rId982" Type="http://schemas.openxmlformats.org/officeDocument/2006/relationships/slide" Target="slides/slide976.xml"/><Relationship Id="rId983" Type="http://schemas.openxmlformats.org/officeDocument/2006/relationships/slide" Target="slides/slide977.xml"/><Relationship Id="rId984" Type="http://schemas.openxmlformats.org/officeDocument/2006/relationships/slide" Target="slides/slide978.xml"/><Relationship Id="rId985" Type="http://schemas.openxmlformats.org/officeDocument/2006/relationships/slide" Target="slides/slide979.xml"/><Relationship Id="rId986" Type="http://schemas.openxmlformats.org/officeDocument/2006/relationships/slide" Target="slides/slide980.xml"/><Relationship Id="rId987" Type="http://schemas.openxmlformats.org/officeDocument/2006/relationships/slide" Target="slides/slide981.xml"/><Relationship Id="rId988" Type="http://schemas.openxmlformats.org/officeDocument/2006/relationships/slide" Target="slides/slide982.xml"/><Relationship Id="rId989" Type="http://schemas.openxmlformats.org/officeDocument/2006/relationships/slide" Target="slides/slide983.xml"/><Relationship Id="rId990" Type="http://schemas.openxmlformats.org/officeDocument/2006/relationships/slide" Target="slides/slide984.xml"/><Relationship Id="rId991" Type="http://schemas.openxmlformats.org/officeDocument/2006/relationships/slide" Target="slides/slide985.xml"/><Relationship Id="rId992" Type="http://schemas.openxmlformats.org/officeDocument/2006/relationships/slide" Target="slides/slide986.xml"/><Relationship Id="rId993" Type="http://schemas.openxmlformats.org/officeDocument/2006/relationships/slide" Target="slides/slide987.xml"/><Relationship Id="rId994" Type="http://schemas.openxmlformats.org/officeDocument/2006/relationships/slide" Target="slides/slide988.xml"/><Relationship Id="rId995" Type="http://schemas.openxmlformats.org/officeDocument/2006/relationships/slide" Target="slides/slide989.xml"/><Relationship Id="rId996" Type="http://schemas.openxmlformats.org/officeDocument/2006/relationships/slide" Target="slides/slide990.xml"/><Relationship Id="rId997" Type="http://schemas.openxmlformats.org/officeDocument/2006/relationships/slide" Target="slides/slide991.xml"/><Relationship Id="rId998" Type="http://schemas.openxmlformats.org/officeDocument/2006/relationships/slide" Target="slides/slide992.xml"/><Relationship Id="rId999" Type="http://schemas.openxmlformats.org/officeDocument/2006/relationships/slide" Target="slides/slide993.xml"/><Relationship Id="rId1000" Type="http://schemas.openxmlformats.org/officeDocument/2006/relationships/slide" Target="slides/slide994.xml"/><Relationship Id="rId1001" Type="http://schemas.openxmlformats.org/officeDocument/2006/relationships/slide" Target="slides/slide995.xml"/><Relationship Id="rId1002" Type="http://schemas.openxmlformats.org/officeDocument/2006/relationships/slide" Target="slides/slide996.xml"/><Relationship Id="rId1003" Type="http://schemas.openxmlformats.org/officeDocument/2006/relationships/slide" Target="slides/slide997.xml"/><Relationship Id="rId1004" Type="http://schemas.openxmlformats.org/officeDocument/2006/relationships/slide" Target="slides/slide998.xml"/><Relationship Id="rId1005" Type="http://schemas.openxmlformats.org/officeDocument/2006/relationships/slide" Target="slides/slide999.xml"/><Relationship Id="rId1006" Type="http://schemas.openxmlformats.org/officeDocument/2006/relationships/slide" Target="slides/slide10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 / 1000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 / 1000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 / 1000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 / 1000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 / 1000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 / 1000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 / 1000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 / 1000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 / 1000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 / 1000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 / 1000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 / 1000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 / 1000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 / 1000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 / 1000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 / 1000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 / 1000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 / 1000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 / 1000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 / 1000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 / 1000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 / 1000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 / 1000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 / 1000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 / 1000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 / 1000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 / 1000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 / 1000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 / 1000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 / 1000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 / 1000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 / 1000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 / 1000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 / 1000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 / 1000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 / 1000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 / 1000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 / 1000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 / 1000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 / 1000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 / 1000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 / 1000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 / 1000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 / 1000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 / 1000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 / 1000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 / 1000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 / 1000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 / 1000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 / 1000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 / 1000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 / 1000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 / 1000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 / 1000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 / 1000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 / 1000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 / 1000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 / 1000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 / 1000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 / 1000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 / 1000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 / 1000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 / 1000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 / 1000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 / 1000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 / 1000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 / 1000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 / 1000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 / 1000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 / 1000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 / 1000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 / 1000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 / 1000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 / 1000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 / 1000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 / 1000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 / 1000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 / 1000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 / 1000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 / 1000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 / 1000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 / 1000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 / 1000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 / 1000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 / 1000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 / 1000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 / 1000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 / 1000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 / 1000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 / 1000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 / 1000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 / 1000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 / 1000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 / 1000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 / 1000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 / 1000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 / 1000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 / 1000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 / 1000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100 / 1000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101 / 1000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102 / 1000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103 / 1000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104 / 1000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105 / 1000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106 / 1000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107 / 1000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108 / 1000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109 / 1000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110 / 1000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111 / 1000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112 / 1000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113 / 1000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114 / 1000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115 / 1000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116 / 1000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117 / 1000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118 / 1000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119 / 1000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120 / 1000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121 / 1000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122 / 1000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123 / 1000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124 / 1000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125 / 1000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126 / 1000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127 / 1000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128 / 1000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129 / 1000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130 / 1000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131 / 1000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132 / 1000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133 / 1000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134 / 1000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135 / 1000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136 / 1000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137 / 1000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138 / 1000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139 / 1000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140 / 1000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141 / 1000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142 / 1000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143 / 1000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144 / 1000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145 / 1000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146 / 1000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147 / 1000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148 / 1000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149 / 1000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150 / 1000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151 / 1000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152 / 1000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153 / 1000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154 / 1000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155 / 1000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156 / 1000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157 / 1000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158 / 1000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159 / 1000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160 / 1000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161 / 1000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162 / 1000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163 / 1000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164 / 1000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165 / 1000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166 / 1000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167 / 1000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168 / 1000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169 / 1000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170 / 1000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171 / 1000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172 / 1000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173 / 1000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174 / 1000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175 / 1000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176 / 1000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177 / 1000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178 / 1000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179 / 1000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180 / 1000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181 / 1000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182 / 1000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183 / 1000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184 / 1000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185 / 1000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186 / 1000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187 / 1000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188 / 1000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189 / 1000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190 / 1000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191 / 1000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192 / 1000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193 / 1000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194 / 1000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195 / 1000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196 / 1000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197 / 1000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198 / 1000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199 / 1000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200 / 1000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201 / 1000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202 / 1000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203 / 1000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204 / 1000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205 / 1000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206 / 1000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207 / 1000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208 / 1000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209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209 / 1000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210 / 1000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211 / 1000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212 / 1000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213 / 1000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214 / 1000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215 / 1000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216 / 1000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217 / 1000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218 / 1000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219 / 1000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220 / 1000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221 / 1000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222 / 1000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223 / 1000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224 / 1000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225 / 1000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226 / 1000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227 / 1000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228 / 1000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229 / 1000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230 / 1000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231 / 1000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232 / 1000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233 / 1000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234 / 1000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235 / 1000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236 / 1000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237 / 1000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238 / 1000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239 / 1000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240 / 1000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241 / 1000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242 / 1000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243 / 1000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244 / 1000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245 / 1000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246 / 1000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247 / 1000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248 / 1000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249 / 1000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250 / 1000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251 / 1000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252 / 1000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253 / 1000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254 / 1000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255 / 1000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256 / 1000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257 / 1000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258 / 1000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259 / 1000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260 / 1000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261 / 1000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262 / 1000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263 / 1000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264 / 1000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265 / 1000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266 / 1000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267 / 1000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268 / 1000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269 / 1000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270 / 1000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271 / 1000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272 / 1000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273 / 1000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274 / 1000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275 / 1000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276 / 1000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277 / 1000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278 / 1000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279 / 1000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280 / 1000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281 / 1000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282 / 1000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283 / 1000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284 / 1000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285 / 1000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286 / 1000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287 / 1000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288 / 1000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289 / 1000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290 / 1000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291 / 1000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292 / 1000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293 / 1000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294 / 1000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295 / 1000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296 / 1000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297 / 1000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298 / 1000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299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299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299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299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299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299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299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299 / 1000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300 / 1000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301 / 1000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302 / 1000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303 / 1000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304 / 1000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305 / 1000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306 / 1000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307 / 1000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308 / 1000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309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309 / 1000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310 / 1000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311 / 1000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312 / 1000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313 / 1000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314 / 1000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315 / 1000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316 / 1000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317 / 1000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318 / 1000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319 / 1000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320 / 1000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321 / 1000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322 / 1000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323 / 1000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324 / 1000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325 / 1000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326 / 1000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327 / 1000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328 / 1000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329 / 1000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330 / 1000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331 / 1000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332 / 1000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333 / 1000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334 / 1000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335 / 1000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336 / 1000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337 / 1000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338 / 1000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339 / 1000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340 / 1000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341 / 1000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342 / 1000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343 / 1000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344 / 1000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345 / 1000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346 / 1000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347 / 1000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348 / 1000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349 / 1000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350 / 1000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351 / 1000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352 / 1000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353 / 1000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354 / 1000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355 / 1000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356 / 1000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357 / 1000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358 / 1000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359 / 1000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360 / 1000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361 / 1000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362 / 1000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363 / 1000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364 / 1000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365 / 1000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366 / 1000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367 / 1000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368 / 1000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369 / 1000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370 / 1000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371 / 1000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372 / 1000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373 / 1000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374 / 1000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375 / 1000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376 / 1000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377 / 1000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378 / 1000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379 / 1000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380 / 1000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381 / 1000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382 / 1000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383 / 1000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384 / 1000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385 / 1000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386 / 1000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387 / 1000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388 / 1000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389 / 1000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390 / 1000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391 / 1000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392 / 1000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393 / 1000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394 / 1000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395 / 1000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396 / 1000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397 / 1000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398 / 1000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399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399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399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399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399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399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399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399 / 1000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400 / 1000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401 / 1000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402 / 1000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403 / 1000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404 / 1000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405 / 1000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406 / 1000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407 / 1000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408 / 1000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409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409 / 1000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410 / 1000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411 / 1000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412 / 1000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413 / 1000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414 / 1000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415 / 1000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416 / 1000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417 / 1000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418 / 1000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419 / 1000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420 / 1000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421 / 1000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422 / 1000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423 / 1000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424 / 1000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425 / 1000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426 / 1000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427 / 1000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428 / 1000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429 / 1000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430 / 1000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431 / 1000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432 / 1000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433 / 1000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434 / 1000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435 / 1000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436 / 1000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437 / 1000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438 / 1000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439 / 1000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440 / 1000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441 / 1000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442 / 1000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443 / 1000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444 / 1000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445 / 1000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446 / 1000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447 / 1000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448 / 1000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449 / 1000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450 / 1000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451 / 1000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452 / 1000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453 / 1000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454 / 1000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455 / 1000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456 / 1000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457 / 1000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458 / 1000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459 / 1000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460 / 1000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461 / 1000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462 / 1000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463 / 1000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464 / 1000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465 / 1000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466 / 1000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467 / 1000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468 / 1000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469 / 1000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470 / 1000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471 / 1000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472 / 1000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473 / 1000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474 / 1000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475 / 1000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476 / 1000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477 / 1000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478 / 1000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479 / 1000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480 / 1000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481 / 1000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482 / 1000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483 / 1000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484 / 1000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485 / 1000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486 / 1000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487 / 1000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488 / 1000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489 / 1000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490 / 1000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491 / 1000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492 / 1000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493 / 1000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494 / 1000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495 / 1000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496 / 1000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497 / 1000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498 / 1000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499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499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499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499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499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499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499 / 1000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500 / 1000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501 / 1000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502 / 1000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503 / 1000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504 / 1000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505 / 1000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506 / 1000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507 / 1000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508 / 1000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509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509 / 1000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510 / 1000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511 / 1000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512 / 1000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513 / 1000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514 / 1000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515 / 1000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516 / 1000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517 / 1000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518 / 1000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519 / 1000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520 / 1000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521 / 1000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522 / 1000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523 / 1000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524 / 1000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525 / 1000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526 / 1000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527 / 1000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528 / 1000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529 / 1000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530 / 1000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531 / 1000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532 / 1000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533 / 1000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534 / 1000</a:t>
            </a: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535 / 1000</a:t>
            </a: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536 / 1000</a:t>
            </a: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537 / 1000</a:t>
            </a: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538 / 1000</a:t>
            </a: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539 / 1000</a:t>
            </a: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540 / 1000</a:t>
            </a: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541 / 1000</a:t>
            </a: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542 / 1000</a:t>
            </a: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543 / 1000</a:t>
            </a: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544 / 1000</a:t>
            </a: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545 / 1000</a:t>
            </a: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546 / 1000</a:t>
            </a: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547 / 1000</a:t>
            </a: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548 / 1000</a:t>
            </a: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549 / 1000</a:t>
            </a: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550 / 1000</a:t>
            </a: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551 / 1000</a:t>
            </a: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552 / 1000</a:t>
            </a: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553 / 1000</a:t>
            </a: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554 / 1000</a:t>
            </a: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555 / 1000</a:t>
            </a: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556 / 1000</a:t>
            </a: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557 / 1000</a:t>
            </a: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558 / 1000</a:t>
            </a: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559 / 1000</a:t>
            </a: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560 / 1000</a:t>
            </a: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561 / 1000</a:t>
            </a: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562 / 1000</a:t>
            </a: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563 / 1000</a:t>
            </a: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564 / 1000</a:t>
            </a: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565 / 1000</a:t>
            </a: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566 / 1000</a:t>
            </a: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567 / 1000</a:t>
            </a: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568 / 1000</a:t>
            </a: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569 / 1000</a:t>
            </a: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570 / 1000</a:t>
            </a: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571 / 1000</a:t>
            </a: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572 / 1000</a:t>
            </a: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573 / 1000</a:t>
            </a: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574 / 1000</a:t>
            </a: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575 / 1000</a:t>
            </a: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576 / 1000</a:t>
            </a: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577 / 1000</a:t>
            </a: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578 / 1000</a:t>
            </a: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579 / 1000</a:t>
            </a: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580 / 1000</a:t>
            </a: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581 / 1000</a:t>
            </a: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582 / 1000</a:t>
            </a: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583 / 1000</a:t>
            </a: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584 / 1000</a:t>
            </a: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585 / 1000</a:t>
            </a: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586 / 1000</a:t>
            </a: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587 / 1000</a:t>
            </a: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588 / 1000</a:t>
            </a: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589 / 1000</a:t>
            </a: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590 / 1000</a:t>
            </a: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591 / 1000</a:t>
            </a: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592 / 1000</a:t>
            </a: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593 / 1000</a:t>
            </a: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594 / 1000</a:t>
            </a: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595 / 1000</a:t>
            </a: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596 / 1000</a:t>
            </a: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597 / 1000</a:t>
            </a: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598 / 1000</a:t>
            </a: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599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599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599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599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599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599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599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599 / 1000</a:t>
            </a: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600 / 1000</a:t>
            </a: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601 / 1000</a:t>
            </a: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602 / 1000</a:t>
            </a: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603 / 1000</a:t>
            </a: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604 / 1000</a:t>
            </a: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605 / 1000</a:t>
            </a: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606 / 1000</a:t>
            </a: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607 / 1000</a:t>
            </a:r>
          </a:p>
        </p:txBody>
      </p:sp>
    </p:spTree>
  </p:cSld>
  <p:clrMapOvr>
    <a:masterClrMapping/>
  </p:clrMapOvr>
</p:sld>
</file>

<file path=ppt/slides/slide6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608 / 1000</a:t>
            </a:r>
          </a:p>
        </p:txBody>
      </p:sp>
    </p:spTree>
  </p:cSld>
  <p:clrMapOvr>
    <a:masterClrMapping/>
  </p:clrMapOvr>
</p:sld>
</file>

<file path=ppt/slides/slide6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609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609 / 1000</a:t>
            </a:r>
          </a:p>
        </p:txBody>
      </p:sp>
    </p:spTree>
  </p:cSld>
  <p:clrMapOvr>
    <a:masterClrMapping/>
  </p:clrMapOvr>
</p:sld>
</file>

<file path=ppt/slides/slide6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610 / 1000</a:t>
            </a:r>
          </a:p>
        </p:txBody>
      </p:sp>
    </p:spTree>
  </p:cSld>
  <p:clrMapOvr>
    <a:masterClrMapping/>
  </p:clrMapOvr>
</p:sld>
</file>

<file path=ppt/slides/slide6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611 / 1000</a:t>
            </a:r>
          </a:p>
        </p:txBody>
      </p:sp>
    </p:spTree>
  </p:cSld>
  <p:clrMapOvr>
    <a:masterClrMapping/>
  </p:clrMapOvr>
</p:sld>
</file>

<file path=ppt/slides/slide6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612 / 1000</a:t>
            </a:r>
          </a:p>
        </p:txBody>
      </p:sp>
    </p:spTree>
  </p:cSld>
  <p:clrMapOvr>
    <a:masterClrMapping/>
  </p:clrMapOvr>
</p:sld>
</file>

<file path=ppt/slides/slide6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613 / 1000</a:t>
            </a:r>
          </a:p>
        </p:txBody>
      </p:sp>
    </p:spTree>
  </p:cSld>
  <p:clrMapOvr>
    <a:masterClrMapping/>
  </p:clrMapOvr>
</p:sld>
</file>

<file path=ppt/slides/slide6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614 / 1000</a:t>
            </a:r>
          </a:p>
        </p:txBody>
      </p:sp>
    </p:spTree>
  </p:cSld>
  <p:clrMapOvr>
    <a:masterClrMapping/>
  </p:clrMapOvr>
</p:sld>
</file>

<file path=ppt/slides/slide6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615 / 1000</a:t>
            </a:r>
          </a:p>
        </p:txBody>
      </p:sp>
    </p:spTree>
  </p:cSld>
  <p:clrMapOvr>
    <a:masterClrMapping/>
  </p:clrMapOvr>
</p:sld>
</file>

<file path=ppt/slides/slide6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616 / 1000</a:t>
            </a:r>
          </a:p>
        </p:txBody>
      </p:sp>
    </p:spTree>
  </p:cSld>
  <p:clrMapOvr>
    <a:masterClrMapping/>
  </p:clrMapOvr>
</p:sld>
</file>

<file path=ppt/slides/slide6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617 / 1000</a:t>
            </a:r>
          </a:p>
        </p:txBody>
      </p:sp>
    </p:spTree>
  </p:cSld>
  <p:clrMapOvr>
    <a:masterClrMapping/>
  </p:clrMapOvr>
</p:sld>
</file>

<file path=ppt/slides/slide6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618 / 1000</a:t>
            </a:r>
          </a:p>
        </p:txBody>
      </p:sp>
    </p:spTree>
  </p:cSld>
  <p:clrMapOvr>
    <a:masterClrMapping/>
  </p:clrMapOvr>
</p:sld>
</file>

<file path=ppt/slides/slide6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619 / 1000</a:t>
            </a:r>
          </a:p>
        </p:txBody>
      </p:sp>
    </p:spTree>
  </p:cSld>
  <p:clrMapOvr>
    <a:masterClrMapping/>
  </p:clrMapOvr>
</p:sld>
</file>

<file path=ppt/slides/slide6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620 / 1000</a:t>
            </a:r>
          </a:p>
        </p:txBody>
      </p:sp>
    </p:spTree>
  </p:cSld>
  <p:clrMapOvr>
    <a:masterClrMapping/>
  </p:clrMapOvr>
</p:sld>
</file>

<file path=ppt/slides/slide6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621 / 1000</a:t>
            </a:r>
          </a:p>
        </p:txBody>
      </p:sp>
    </p:spTree>
  </p:cSld>
  <p:clrMapOvr>
    <a:masterClrMapping/>
  </p:clrMapOvr>
</p:sld>
</file>

<file path=ppt/slides/slide6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622 / 1000</a:t>
            </a:r>
          </a:p>
        </p:txBody>
      </p:sp>
    </p:spTree>
  </p:cSld>
  <p:clrMapOvr>
    <a:masterClrMapping/>
  </p:clrMapOvr>
</p:sld>
</file>

<file path=ppt/slides/slide6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623 / 1000</a:t>
            </a:r>
          </a:p>
        </p:txBody>
      </p:sp>
    </p:spTree>
  </p:cSld>
  <p:clrMapOvr>
    <a:masterClrMapping/>
  </p:clrMapOvr>
</p:sld>
</file>

<file path=ppt/slides/slide6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624 / 1000</a:t>
            </a:r>
          </a:p>
        </p:txBody>
      </p:sp>
    </p:spTree>
  </p:cSld>
  <p:clrMapOvr>
    <a:masterClrMapping/>
  </p:clrMapOvr>
</p:sld>
</file>

<file path=ppt/slides/slide6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625 / 1000</a:t>
            </a:r>
          </a:p>
        </p:txBody>
      </p:sp>
    </p:spTree>
  </p:cSld>
  <p:clrMapOvr>
    <a:masterClrMapping/>
  </p:clrMapOvr>
</p:sld>
</file>

<file path=ppt/slides/slide6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626 / 1000</a:t>
            </a:r>
          </a:p>
        </p:txBody>
      </p:sp>
    </p:spTree>
  </p:cSld>
  <p:clrMapOvr>
    <a:masterClrMapping/>
  </p:clrMapOvr>
</p:sld>
</file>

<file path=ppt/slides/slide6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627 / 1000</a:t>
            </a:r>
          </a:p>
        </p:txBody>
      </p:sp>
    </p:spTree>
  </p:cSld>
  <p:clrMapOvr>
    <a:masterClrMapping/>
  </p:clrMapOvr>
</p:sld>
</file>

<file path=ppt/slides/slide6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628 / 1000</a:t>
            </a:r>
          </a:p>
        </p:txBody>
      </p:sp>
    </p:spTree>
  </p:cSld>
  <p:clrMapOvr>
    <a:masterClrMapping/>
  </p:clrMapOvr>
</p:sld>
</file>

<file path=ppt/slides/slide6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629 / 1000</a:t>
            </a:r>
          </a:p>
        </p:txBody>
      </p:sp>
    </p:spTree>
  </p:cSld>
  <p:clrMapOvr>
    <a:masterClrMapping/>
  </p:clrMapOvr>
</p:sld>
</file>

<file path=ppt/slides/slide6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630 / 1000</a:t>
            </a:r>
          </a:p>
        </p:txBody>
      </p:sp>
    </p:spTree>
  </p:cSld>
  <p:clrMapOvr>
    <a:masterClrMapping/>
  </p:clrMapOvr>
</p:sld>
</file>

<file path=ppt/slides/slide6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631 / 1000</a:t>
            </a:r>
          </a:p>
        </p:txBody>
      </p:sp>
    </p:spTree>
  </p:cSld>
  <p:clrMapOvr>
    <a:masterClrMapping/>
  </p:clrMapOvr>
</p:sld>
</file>

<file path=ppt/slides/slide6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632 / 1000</a:t>
            </a:r>
          </a:p>
        </p:txBody>
      </p:sp>
    </p:spTree>
  </p:cSld>
  <p:clrMapOvr>
    <a:masterClrMapping/>
  </p:clrMapOvr>
</p:sld>
</file>

<file path=ppt/slides/slide6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633 / 1000</a:t>
            </a:r>
          </a:p>
        </p:txBody>
      </p:sp>
    </p:spTree>
  </p:cSld>
  <p:clrMapOvr>
    <a:masterClrMapping/>
  </p:clrMapOvr>
</p:sld>
</file>

<file path=ppt/slides/slide6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634 / 1000</a:t>
            </a:r>
          </a:p>
        </p:txBody>
      </p:sp>
    </p:spTree>
  </p:cSld>
  <p:clrMapOvr>
    <a:masterClrMapping/>
  </p:clrMapOvr>
</p:sld>
</file>

<file path=ppt/slides/slide6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635 / 1000</a:t>
            </a:r>
          </a:p>
        </p:txBody>
      </p:sp>
    </p:spTree>
  </p:cSld>
  <p:clrMapOvr>
    <a:masterClrMapping/>
  </p:clrMapOvr>
</p:sld>
</file>

<file path=ppt/slides/slide6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636 / 1000</a:t>
            </a:r>
          </a:p>
        </p:txBody>
      </p:sp>
    </p:spTree>
  </p:cSld>
  <p:clrMapOvr>
    <a:masterClrMapping/>
  </p:clrMapOvr>
</p:sld>
</file>

<file path=ppt/slides/slide6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637 / 1000</a:t>
            </a:r>
          </a:p>
        </p:txBody>
      </p:sp>
    </p:spTree>
  </p:cSld>
  <p:clrMapOvr>
    <a:masterClrMapping/>
  </p:clrMapOvr>
</p:sld>
</file>

<file path=ppt/slides/slide6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638 / 1000</a:t>
            </a:r>
          </a:p>
        </p:txBody>
      </p:sp>
    </p:spTree>
  </p:cSld>
  <p:clrMapOvr>
    <a:masterClrMapping/>
  </p:clrMapOvr>
</p:sld>
</file>

<file path=ppt/slides/slide6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639 / 1000</a:t>
            </a:r>
          </a:p>
        </p:txBody>
      </p:sp>
    </p:spTree>
  </p:cSld>
  <p:clrMapOvr>
    <a:masterClrMapping/>
  </p:clrMapOvr>
</p:sld>
</file>

<file path=ppt/slides/slide6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640 / 1000</a:t>
            </a:r>
          </a:p>
        </p:txBody>
      </p:sp>
    </p:spTree>
  </p:cSld>
  <p:clrMapOvr>
    <a:masterClrMapping/>
  </p:clrMapOvr>
</p:sld>
</file>

<file path=ppt/slides/slide6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641 / 1000</a:t>
            </a:r>
          </a:p>
        </p:txBody>
      </p:sp>
    </p:spTree>
  </p:cSld>
  <p:clrMapOvr>
    <a:masterClrMapping/>
  </p:clrMapOvr>
</p:sld>
</file>

<file path=ppt/slides/slide6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642 / 1000</a:t>
            </a:r>
          </a:p>
        </p:txBody>
      </p:sp>
    </p:spTree>
  </p:cSld>
  <p:clrMapOvr>
    <a:masterClrMapping/>
  </p:clrMapOvr>
</p:sld>
</file>

<file path=ppt/slides/slide6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643 / 1000</a:t>
            </a:r>
          </a:p>
        </p:txBody>
      </p:sp>
    </p:spTree>
  </p:cSld>
  <p:clrMapOvr>
    <a:masterClrMapping/>
  </p:clrMapOvr>
</p:sld>
</file>

<file path=ppt/slides/slide6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644 / 1000</a:t>
            </a:r>
          </a:p>
        </p:txBody>
      </p:sp>
    </p:spTree>
  </p:cSld>
  <p:clrMapOvr>
    <a:masterClrMapping/>
  </p:clrMapOvr>
</p:sld>
</file>

<file path=ppt/slides/slide6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645 / 1000</a:t>
            </a:r>
          </a:p>
        </p:txBody>
      </p:sp>
    </p:spTree>
  </p:cSld>
  <p:clrMapOvr>
    <a:masterClrMapping/>
  </p:clrMapOvr>
</p:sld>
</file>

<file path=ppt/slides/slide6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646 / 1000</a:t>
            </a:r>
          </a:p>
        </p:txBody>
      </p:sp>
    </p:spTree>
  </p:cSld>
  <p:clrMapOvr>
    <a:masterClrMapping/>
  </p:clrMapOvr>
</p:sld>
</file>

<file path=ppt/slides/slide6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647 / 1000</a:t>
            </a:r>
          </a:p>
        </p:txBody>
      </p:sp>
    </p:spTree>
  </p:cSld>
  <p:clrMapOvr>
    <a:masterClrMapping/>
  </p:clrMapOvr>
</p:sld>
</file>

<file path=ppt/slides/slide6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648 / 1000</a:t>
            </a:r>
          </a:p>
        </p:txBody>
      </p:sp>
    </p:spTree>
  </p:cSld>
  <p:clrMapOvr>
    <a:masterClrMapping/>
  </p:clrMapOvr>
</p:sld>
</file>

<file path=ppt/slides/slide6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649 / 1000</a:t>
            </a:r>
          </a:p>
        </p:txBody>
      </p:sp>
    </p:spTree>
  </p:cSld>
  <p:clrMapOvr>
    <a:masterClrMapping/>
  </p:clrMapOvr>
</p:sld>
</file>

<file path=ppt/slides/slide6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650 / 1000</a:t>
            </a:r>
          </a:p>
        </p:txBody>
      </p:sp>
    </p:spTree>
  </p:cSld>
  <p:clrMapOvr>
    <a:masterClrMapping/>
  </p:clrMapOvr>
</p:sld>
</file>

<file path=ppt/slides/slide6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651 / 1000</a:t>
            </a:r>
          </a:p>
        </p:txBody>
      </p:sp>
    </p:spTree>
  </p:cSld>
  <p:clrMapOvr>
    <a:masterClrMapping/>
  </p:clrMapOvr>
</p:sld>
</file>

<file path=ppt/slides/slide6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652 / 1000</a:t>
            </a:r>
          </a:p>
        </p:txBody>
      </p:sp>
    </p:spTree>
  </p:cSld>
  <p:clrMapOvr>
    <a:masterClrMapping/>
  </p:clrMapOvr>
</p:sld>
</file>

<file path=ppt/slides/slide6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653 / 1000</a:t>
            </a:r>
          </a:p>
        </p:txBody>
      </p:sp>
    </p:spTree>
  </p:cSld>
  <p:clrMapOvr>
    <a:masterClrMapping/>
  </p:clrMapOvr>
</p:sld>
</file>

<file path=ppt/slides/slide6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654 / 1000</a:t>
            </a:r>
          </a:p>
        </p:txBody>
      </p:sp>
    </p:spTree>
  </p:cSld>
  <p:clrMapOvr>
    <a:masterClrMapping/>
  </p:clrMapOvr>
</p:sld>
</file>

<file path=ppt/slides/slide6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655 / 1000</a:t>
            </a:r>
          </a:p>
        </p:txBody>
      </p:sp>
    </p:spTree>
  </p:cSld>
  <p:clrMapOvr>
    <a:masterClrMapping/>
  </p:clrMapOvr>
</p:sld>
</file>

<file path=ppt/slides/slide6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656 / 1000</a:t>
            </a:r>
          </a:p>
        </p:txBody>
      </p:sp>
    </p:spTree>
  </p:cSld>
  <p:clrMapOvr>
    <a:masterClrMapping/>
  </p:clrMapOvr>
</p:sld>
</file>

<file path=ppt/slides/slide6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657 / 1000</a:t>
            </a:r>
          </a:p>
        </p:txBody>
      </p:sp>
    </p:spTree>
  </p:cSld>
  <p:clrMapOvr>
    <a:masterClrMapping/>
  </p:clrMapOvr>
</p:sld>
</file>

<file path=ppt/slides/slide6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658 / 1000</a:t>
            </a:r>
          </a:p>
        </p:txBody>
      </p:sp>
    </p:spTree>
  </p:cSld>
  <p:clrMapOvr>
    <a:masterClrMapping/>
  </p:clrMapOvr>
</p:sld>
</file>

<file path=ppt/slides/slide6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659 / 1000</a:t>
            </a:r>
          </a:p>
        </p:txBody>
      </p:sp>
    </p:spTree>
  </p:cSld>
  <p:clrMapOvr>
    <a:masterClrMapping/>
  </p:clrMapOvr>
</p:sld>
</file>

<file path=ppt/slides/slide6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660 / 1000</a:t>
            </a:r>
          </a:p>
        </p:txBody>
      </p:sp>
    </p:spTree>
  </p:cSld>
  <p:clrMapOvr>
    <a:masterClrMapping/>
  </p:clrMapOvr>
</p:sld>
</file>

<file path=ppt/slides/slide6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661 / 1000</a:t>
            </a:r>
          </a:p>
        </p:txBody>
      </p:sp>
    </p:spTree>
  </p:cSld>
  <p:clrMapOvr>
    <a:masterClrMapping/>
  </p:clrMapOvr>
</p:sld>
</file>

<file path=ppt/slides/slide6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662 / 1000</a:t>
            </a:r>
          </a:p>
        </p:txBody>
      </p:sp>
    </p:spTree>
  </p:cSld>
  <p:clrMapOvr>
    <a:masterClrMapping/>
  </p:clrMapOvr>
</p:sld>
</file>

<file path=ppt/slides/slide6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663 / 1000</a:t>
            </a:r>
          </a:p>
        </p:txBody>
      </p:sp>
    </p:spTree>
  </p:cSld>
  <p:clrMapOvr>
    <a:masterClrMapping/>
  </p:clrMapOvr>
</p:sld>
</file>

<file path=ppt/slides/slide6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664 / 1000</a:t>
            </a:r>
          </a:p>
        </p:txBody>
      </p:sp>
    </p:spTree>
  </p:cSld>
  <p:clrMapOvr>
    <a:masterClrMapping/>
  </p:clrMapOvr>
</p:sld>
</file>

<file path=ppt/slides/slide6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665 / 1000</a:t>
            </a:r>
          </a:p>
        </p:txBody>
      </p:sp>
    </p:spTree>
  </p:cSld>
  <p:clrMapOvr>
    <a:masterClrMapping/>
  </p:clrMapOvr>
</p:sld>
</file>

<file path=ppt/slides/slide6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666 / 1000</a:t>
            </a:r>
          </a:p>
        </p:txBody>
      </p:sp>
    </p:spTree>
  </p:cSld>
  <p:clrMapOvr>
    <a:masterClrMapping/>
  </p:clrMapOvr>
</p:sld>
</file>

<file path=ppt/slides/slide6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667 / 1000</a:t>
            </a:r>
          </a:p>
        </p:txBody>
      </p:sp>
    </p:spTree>
  </p:cSld>
  <p:clrMapOvr>
    <a:masterClrMapping/>
  </p:clrMapOvr>
</p:sld>
</file>

<file path=ppt/slides/slide6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668 / 1000</a:t>
            </a:r>
          </a:p>
        </p:txBody>
      </p:sp>
    </p:spTree>
  </p:cSld>
  <p:clrMapOvr>
    <a:masterClrMapping/>
  </p:clrMapOvr>
</p:sld>
</file>

<file path=ppt/slides/slide6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669 / 1000</a:t>
            </a:r>
          </a:p>
        </p:txBody>
      </p:sp>
    </p:spTree>
  </p:cSld>
  <p:clrMapOvr>
    <a:masterClrMapping/>
  </p:clrMapOvr>
</p:sld>
</file>

<file path=ppt/slides/slide6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670 / 1000</a:t>
            </a:r>
          </a:p>
        </p:txBody>
      </p:sp>
    </p:spTree>
  </p:cSld>
  <p:clrMapOvr>
    <a:masterClrMapping/>
  </p:clrMapOvr>
</p:sld>
</file>

<file path=ppt/slides/slide6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671 / 1000</a:t>
            </a:r>
          </a:p>
        </p:txBody>
      </p:sp>
    </p:spTree>
  </p:cSld>
  <p:clrMapOvr>
    <a:masterClrMapping/>
  </p:clrMapOvr>
</p:sld>
</file>

<file path=ppt/slides/slide6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672 / 1000</a:t>
            </a:r>
          </a:p>
        </p:txBody>
      </p:sp>
    </p:spTree>
  </p:cSld>
  <p:clrMapOvr>
    <a:masterClrMapping/>
  </p:clrMapOvr>
</p:sld>
</file>

<file path=ppt/slides/slide6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673 / 1000</a:t>
            </a:r>
          </a:p>
        </p:txBody>
      </p:sp>
    </p:spTree>
  </p:cSld>
  <p:clrMapOvr>
    <a:masterClrMapping/>
  </p:clrMapOvr>
</p:sld>
</file>

<file path=ppt/slides/slide6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674 / 1000</a:t>
            </a:r>
          </a:p>
        </p:txBody>
      </p:sp>
    </p:spTree>
  </p:cSld>
  <p:clrMapOvr>
    <a:masterClrMapping/>
  </p:clrMapOvr>
</p:sld>
</file>

<file path=ppt/slides/slide6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675 / 1000</a:t>
            </a:r>
          </a:p>
        </p:txBody>
      </p:sp>
    </p:spTree>
  </p:cSld>
  <p:clrMapOvr>
    <a:masterClrMapping/>
  </p:clrMapOvr>
</p:sld>
</file>

<file path=ppt/slides/slide6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676 / 1000</a:t>
            </a:r>
          </a:p>
        </p:txBody>
      </p:sp>
    </p:spTree>
  </p:cSld>
  <p:clrMapOvr>
    <a:masterClrMapping/>
  </p:clrMapOvr>
</p:sld>
</file>

<file path=ppt/slides/slide6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677 / 1000</a:t>
            </a:r>
          </a:p>
        </p:txBody>
      </p:sp>
    </p:spTree>
  </p:cSld>
  <p:clrMapOvr>
    <a:masterClrMapping/>
  </p:clrMapOvr>
</p:sld>
</file>

<file path=ppt/slides/slide6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678 / 1000</a:t>
            </a:r>
          </a:p>
        </p:txBody>
      </p:sp>
    </p:spTree>
  </p:cSld>
  <p:clrMapOvr>
    <a:masterClrMapping/>
  </p:clrMapOvr>
</p:sld>
</file>

<file path=ppt/slides/slide6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679 / 1000</a:t>
            </a:r>
          </a:p>
        </p:txBody>
      </p:sp>
    </p:spTree>
  </p:cSld>
  <p:clrMapOvr>
    <a:masterClrMapping/>
  </p:clrMapOvr>
</p:sld>
</file>

<file path=ppt/slides/slide6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680 / 1000</a:t>
            </a:r>
          </a:p>
        </p:txBody>
      </p:sp>
    </p:spTree>
  </p:cSld>
  <p:clrMapOvr>
    <a:masterClrMapping/>
  </p:clrMapOvr>
</p:sld>
</file>

<file path=ppt/slides/slide6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681 / 1000</a:t>
            </a:r>
          </a:p>
        </p:txBody>
      </p:sp>
    </p:spTree>
  </p:cSld>
  <p:clrMapOvr>
    <a:masterClrMapping/>
  </p:clrMapOvr>
</p:sld>
</file>

<file path=ppt/slides/slide6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682 / 1000</a:t>
            </a:r>
          </a:p>
        </p:txBody>
      </p:sp>
    </p:spTree>
  </p:cSld>
  <p:clrMapOvr>
    <a:masterClrMapping/>
  </p:clrMapOvr>
</p:sld>
</file>

<file path=ppt/slides/slide6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683 / 1000</a:t>
            </a:r>
          </a:p>
        </p:txBody>
      </p:sp>
    </p:spTree>
  </p:cSld>
  <p:clrMapOvr>
    <a:masterClrMapping/>
  </p:clrMapOvr>
</p:sld>
</file>

<file path=ppt/slides/slide6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684 / 1000</a:t>
            </a:r>
          </a:p>
        </p:txBody>
      </p:sp>
    </p:spTree>
  </p:cSld>
  <p:clrMapOvr>
    <a:masterClrMapping/>
  </p:clrMapOvr>
</p:sld>
</file>

<file path=ppt/slides/slide6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685 / 1000</a:t>
            </a:r>
          </a:p>
        </p:txBody>
      </p:sp>
    </p:spTree>
  </p:cSld>
  <p:clrMapOvr>
    <a:masterClrMapping/>
  </p:clrMapOvr>
</p:sld>
</file>

<file path=ppt/slides/slide6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686 / 1000</a:t>
            </a:r>
          </a:p>
        </p:txBody>
      </p:sp>
    </p:spTree>
  </p:cSld>
  <p:clrMapOvr>
    <a:masterClrMapping/>
  </p:clrMapOvr>
</p:sld>
</file>

<file path=ppt/slides/slide6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687 / 1000</a:t>
            </a:r>
          </a:p>
        </p:txBody>
      </p:sp>
    </p:spTree>
  </p:cSld>
  <p:clrMapOvr>
    <a:masterClrMapping/>
  </p:clrMapOvr>
</p:sld>
</file>

<file path=ppt/slides/slide6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688 / 1000</a:t>
            </a:r>
          </a:p>
        </p:txBody>
      </p:sp>
    </p:spTree>
  </p:cSld>
  <p:clrMapOvr>
    <a:masterClrMapping/>
  </p:clrMapOvr>
</p:sld>
</file>

<file path=ppt/slides/slide6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689 / 1000</a:t>
            </a:r>
          </a:p>
        </p:txBody>
      </p:sp>
    </p:spTree>
  </p:cSld>
  <p:clrMapOvr>
    <a:masterClrMapping/>
  </p:clrMapOvr>
</p:sld>
</file>

<file path=ppt/slides/slide6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690 / 1000</a:t>
            </a:r>
          </a:p>
        </p:txBody>
      </p:sp>
    </p:spTree>
  </p:cSld>
  <p:clrMapOvr>
    <a:masterClrMapping/>
  </p:clrMapOvr>
</p:sld>
</file>

<file path=ppt/slides/slide6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691 / 1000</a:t>
            </a:r>
          </a:p>
        </p:txBody>
      </p:sp>
    </p:spTree>
  </p:cSld>
  <p:clrMapOvr>
    <a:masterClrMapping/>
  </p:clrMapOvr>
</p:sld>
</file>

<file path=ppt/slides/slide6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692 / 1000</a:t>
            </a:r>
          </a:p>
        </p:txBody>
      </p:sp>
    </p:spTree>
  </p:cSld>
  <p:clrMapOvr>
    <a:masterClrMapping/>
  </p:clrMapOvr>
</p:sld>
</file>

<file path=ppt/slides/slide6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693 / 1000</a:t>
            </a:r>
          </a:p>
        </p:txBody>
      </p:sp>
    </p:spTree>
  </p:cSld>
  <p:clrMapOvr>
    <a:masterClrMapping/>
  </p:clrMapOvr>
</p:sld>
</file>

<file path=ppt/slides/slide6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694 / 1000</a:t>
            </a:r>
          </a:p>
        </p:txBody>
      </p:sp>
    </p:spTree>
  </p:cSld>
  <p:clrMapOvr>
    <a:masterClrMapping/>
  </p:clrMapOvr>
</p:sld>
</file>

<file path=ppt/slides/slide6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695 / 1000</a:t>
            </a:r>
          </a:p>
        </p:txBody>
      </p:sp>
    </p:spTree>
  </p:cSld>
  <p:clrMapOvr>
    <a:masterClrMapping/>
  </p:clrMapOvr>
</p:sld>
</file>

<file path=ppt/slides/slide6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696 / 1000</a:t>
            </a:r>
          </a:p>
        </p:txBody>
      </p:sp>
    </p:spTree>
  </p:cSld>
  <p:clrMapOvr>
    <a:masterClrMapping/>
  </p:clrMapOvr>
</p:sld>
</file>

<file path=ppt/slides/slide6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697 / 1000</a:t>
            </a:r>
          </a:p>
        </p:txBody>
      </p:sp>
    </p:spTree>
  </p:cSld>
  <p:clrMapOvr>
    <a:masterClrMapping/>
  </p:clrMapOvr>
</p:sld>
</file>

<file path=ppt/slides/slide6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698 / 1000</a:t>
            </a:r>
          </a:p>
        </p:txBody>
      </p:sp>
    </p:spTree>
  </p:cSld>
  <p:clrMapOvr>
    <a:masterClrMapping/>
  </p:clrMapOvr>
</p:sld>
</file>

<file path=ppt/slides/slide6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699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699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699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699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699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699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699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699 / 1000</a:t>
            </a:r>
          </a:p>
        </p:txBody>
      </p:sp>
    </p:spTree>
  </p:cSld>
  <p:clrMapOvr>
    <a:masterClrMapping/>
  </p:clrMapOvr>
</p:sld>
</file>

<file path=ppt/slides/slide7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700 / 1000</a:t>
            </a:r>
          </a:p>
        </p:txBody>
      </p:sp>
    </p:spTree>
  </p:cSld>
  <p:clrMapOvr>
    <a:masterClrMapping/>
  </p:clrMapOvr>
</p:sld>
</file>

<file path=ppt/slides/slide7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701 / 1000</a:t>
            </a:r>
          </a:p>
        </p:txBody>
      </p:sp>
    </p:spTree>
  </p:cSld>
  <p:clrMapOvr>
    <a:masterClrMapping/>
  </p:clrMapOvr>
</p:sld>
</file>

<file path=ppt/slides/slide7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702 / 1000</a:t>
            </a:r>
          </a:p>
        </p:txBody>
      </p:sp>
    </p:spTree>
  </p:cSld>
  <p:clrMapOvr>
    <a:masterClrMapping/>
  </p:clrMapOvr>
</p:sld>
</file>

<file path=ppt/slides/slide7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703 / 1000</a:t>
            </a:r>
          </a:p>
        </p:txBody>
      </p:sp>
    </p:spTree>
  </p:cSld>
  <p:clrMapOvr>
    <a:masterClrMapping/>
  </p:clrMapOvr>
</p:sld>
</file>

<file path=ppt/slides/slide7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704 / 1000</a:t>
            </a:r>
          </a:p>
        </p:txBody>
      </p:sp>
    </p:spTree>
  </p:cSld>
  <p:clrMapOvr>
    <a:masterClrMapping/>
  </p:clrMapOvr>
</p:sld>
</file>

<file path=ppt/slides/slide7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705 / 1000</a:t>
            </a:r>
          </a:p>
        </p:txBody>
      </p:sp>
    </p:spTree>
  </p:cSld>
  <p:clrMapOvr>
    <a:masterClrMapping/>
  </p:clrMapOvr>
</p:sld>
</file>

<file path=ppt/slides/slide7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706 / 1000</a:t>
            </a:r>
          </a:p>
        </p:txBody>
      </p:sp>
    </p:spTree>
  </p:cSld>
  <p:clrMapOvr>
    <a:masterClrMapping/>
  </p:clrMapOvr>
</p:sld>
</file>

<file path=ppt/slides/slide7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707 / 1000</a:t>
            </a:r>
          </a:p>
        </p:txBody>
      </p:sp>
    </p:spTree>
  </p:cSld>
  <p:clrMapOvr>
    <a:masterClrMapping/>
  </p:clrMapOvr>
</p:sld>
</file>

<file path=ppt/slides/slide7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708 / 1000</a:t>
            </a:r>
          </a:p>
        </p:txBody>
      </p:sp>
    </p:spTree>
  </p:cSld>
  <p:clrMapOvr>
    <a:masterClrMapping/>
  </p:clrMapOvr>
</p:sld>
</file>

<file path=ppt/slides/slide7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709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709 / 1000</a:t>
            </a:r>
          </a:p>
        </p:txBody>
      </p:sp>
    </p:spTree>
  </p:cSld>
  <p:clrMapOvr>
    <a:masterClrMapping/>
  </p:clrMapOvr>
</p:sld>
</file>

<file path=ppt/slides/slide7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710 / 1000</a:t>
            </a:r>
          </a:p>
        </p:txBody>
      </p:sp>
    </p:spTree>
  </p:cSld>
  <p:clrMapOvr>
    <a:masterClrMapping/>
  </p:clrMapOvr>
</p:sld>
</file>

<file path=ppt/slides/slide7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711 / 1000</a:t>
            </a:r>
          </a:p>
        </p:txBody>
      </p:sp>
    </p:spTree>
  </p:cSld>
  <p:clrMapOvr>
    <a:masterClrMapping/>
  </p:clrMapOvr>
</p:sld>
</file>

<file path=ppt/slides/slide7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712 / 1000</a:t>
            </a:r>
          </a:p>
        </p:txBody>
      </p:sp>
    </p:spTree>
  </p:cSld>
  <p:clrMapOvr>
    <a:masterClrMapping/>
  </p:clrMapOvr>
</p:sld>
</file>

<file path=ppt/slides/slide7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713 / 1000</a:t>
            </a:r>
          </a:p>
        </p:txBody>
      </p:sp>
    </p:spTree>
  </p:cSld>
  <p:clrMapOvr>
    <a:masterClrMapping/>
  </p:clrMapOvr>
</p:sld>
</file>

<file path=ppt/slides/slide7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714 / 1000</a:t>
            </a:r>
          </a:p>
        </p:txBody>
      </p:sp>
    </p:spTree>
  </p:cSld>
  <p:clrMapOvr>
    <a:masterClrMapping/>
  </p:clrMapOvr>
</p:sld>
</file>

<file path=ppt/slides/slide7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715 / 1000</a:t>
            </a:r>
          </a:p>
        </p:txBody>
      </p:sp>
    </p:spTree>
  </p:cSld>
  <p:clrMapOvr>
    <a:masterClrMapping/>
  </p:clrMapOvr>
</p:sld>
</file>

<file path=ppt/slides/slide7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716 / 1000</a:t>
            </a:r>
          </a:p>
        </p:txBody>
      </p:sp>
    </p:spTree>
  </p:cSld>
  <p:clrMapOvr>
    <a:masterClrMapping/>
  </p:clrMapOvr>
</p:sld>
</file>

<file path=ppt/slides/slide7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717 / 1000</a:t>
            </a:r>
          </a:p>
        </p:txBody>
      </p:sp>
    </p:spTree>
  </p:cSld>
  <p:clrMapOvr>
    <a:masterClrMapping/>
  </p:clrMapOvr>
</p:sld>
</file>

<file path=ppt/slides/slide7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718 / 1000</a:t>
            </a:r>
          </a:p>
        </p:txBody>
      </p:sp>
    </p:spTree>
  </p:cSld>
  <p:clrMapOvr>
    <a:masterClrMapping/>
  </p:clrMapOvr>
</p:sld>
</file>

<file path=ppt/slides/slide7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719 / 1000</a:t>
            </a:r>
          </a:p>
        </p:txBody>
      </p:sp>
    </p:spTree>
  </p:cSld>
  <p:clrMapOvr>
    <a:masterClrMapping/>
  </p:clrMapOvr>
</p:sld>
</file>

<file path=ppt/slides/slide7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720 / 1000</a:t>
            </a:r>
          </a:p>
        </p:txBody>
      </p:sp>
    </p:spTree>
  </p:cSld>
  <p:clrMapOvr>
    <a:masterClrMapping/>
  </p:clrMapOvr>
</p:sld>
</file>

<file path=ppt/slides/slide7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721 / 1000</a:t>
            </a:r>
          </a:p>
        </p:txBody>
      </p:sp>
    </p:spTree>
  </p:cSld>
  <p:clrMapOvr>
    <a:masterClrMapping/>
  </p:clrMapOvr>
</p:sld>
</file>

<file path=ppt/slides/slide7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722 / 1000</a:t>
            </a:r>
          </a:p>
        </p:txBody>
      </p:sp>
    </p:spTree>
  </p:cSld>
  <p:clrMapOvr>
    <a:masterClrMapping/>
  </p:clrMapOvr>
</p:sld>
</file>

<file path=ppt/slides/slide7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723 / 1000</a:t>
            </a:r>
          </a:p>
        </p:txBody>
      </p:sp>
    </p:spTree>
  </p:cSld>
  <p:clrMapOvr>
    <a:masterClrMapping/>
  </p:clrMapOvr>
</p:sld>
</file>

<file path=ppt/slides/slide7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724 / 1000</a:t>
            </a:r>
          </a:p>
        </p:txBody>
      </p:sp>
    </p:spTree>
  </p:cSld>
  <p:clrMapOvr>
    <a:masterClrMapping/>
  </p:clrMapOvr>
</p:sld>
</file>

<file path=ppt/slides/slide7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725 / 1000</a:t>
            </a:r>
          </a:p>
        </p:txBody>
      </p:sp>
    </p:spTree>
  </p:cSld>
  <p:clrMapOvr>
    <a:masterClrMapping/>
  </p:clrMapOvr>
</p:sld>
</file>

<file path=ppt/slides/slide7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726 / 1000</a:t>
            </a:r>
          </a:p>
        </p:txBody>
      </p:sp>
    </p:spTree>
  </p:cSld>
  <p:clrMapOvr>
    <a:masterClrMapping/>
  </p:clrMapOvr>
</p:sld>
</file>

<file path=ppt/slides/slide7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727 / 1000</a:t>
            </a:r>
          </a:p>
        </p:txBody>
      </p:sp>
    </p:spTree>
  </p:cSld>
  <p:clrMapOvr>
    <a:masterClrMapping/>
  </p:clrMapOvr>
</p:sld>
</file>

<file path=ppt/slides/slide7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728 / 1000</a:t>
            </a:r>
          </a:p>
        </p:txBody>
      </p:sp>
    </p:spTree>
  </p:cSld>
  <p:clrMapOvr>
    <a:masterClrMapping/>
  </p:clrMapOvr>
</p:sld>
</file>

<file path=ppt/slides/slide7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729 / 1000</a:t>
            </a:r>
          </a:p>
        </p:txBody>
      </p:sp>
    </p:spTree>
  </p:cSld>
  <p:clrMapOvr>
    <a:masterClrMapping/>
  </p:clrMapOvr>
</p:sld>
</file>

<file path=ppt/slides/slide7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730 / 1000</a:t>
            </a:r>
          </a:p>
        </p:txBody>
      </p:sp>
    </p:spTree>
  </p:cSld>
  <p:clrMapOvr>
    <a:masterClrMapping/>
  </p:clrMapOvr>
</p:sld>
</file>

<file path=ppt/slides/slide7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731 / 1000</a:t>
            </a:r>
          </a:p>
        </p:txBody>
      </p:sp>
    </p:spTree>
  </p:cSld>
  <p:clrMapOvr>
    <a:masterClrMapping/>
  </p:clrMapOvr>
</p:sld>
</file>

<file path=ppt/slides/slide7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732 / 1000</a:t>
            </a:r>
          </a:p>
        </p:txBody>
      </p:sp>
    </p:spTree>
  </p:cSld>
  <p:clrMapOvr>
    <a:masterClrMapping/>
  </p:clrMapOvr>
</p:sld>
</file>

<file path=ppt/slides/slide7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733 / 1000</a:t>
            </a:r>
          </a:p>
        </p:txBody>
      </p:sp>
    </p:spTree>
  </p:cSld>
  <p:clrMapOvr>
    <a:masterClrMapping/>
  </p:clrMapOvr>
</p:sld>
</file>

<file path=ppt/slides/slide7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734 / 1000</a:t>
            </a:r>
          </a:p>
        </p:txBody>
      </p:sp>
    </p:spTree>
  </p:cSld>
  <p:clrMapOvr>
    <a:masterClrMapping/>
  </p:clrMapOvr>
</p:sld>
</file>

<file path=ppt/slides/slide7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735 / 1000</a:t>
            </a:r>
          </a:p>
        </p:txBody>
      </p:sp>
    </p:spTree>
  </p:cSld>
  <p:clrMapOvr>
    <a:masterClrMapping/>
  </p:clrMapOvr>
</p:sld>
</file>

<file path=ppt/slides/slide7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736 / 1000</a:t>
            </a:r>
          </a:p>
        </p:txBody>
      </p:sp>
    </p:spTree>
  </p:cSld>
  <p:clrMapOvr>
    <a:masterClrMapping/>
  </p:clrMapOvr>
</p:sld>
</file>

<file path=ppt/slides/slide7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737 / 1000</a:t>
            </a:r>
          </a:p>
        </p:txBody>
      </p:sp>
    </p:spTree>
  </p:cSld>
  <p:clrMapOvr>
    <a:masterClrMapping/>
  </p:clrMapOvr>
</p:sld>
</file>

<file path=ppt/slides/slide7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738 / 1000</a:t>
            </a:r>
          </a:p>
        </p:txBody>
      </p:sp>
    </p:spTree>
  </p:cSld>
  <p:clrMapOvr>
    <a:masterClrMapping/>
  </p:clrMapOvr>
</p:sld>
</file>

<file path=ppt/slides/slide7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739 / 1000</a:t>
            </a:r>
          </a:p>
        </p:txBody>
      </p:sp>
    </p:spTree>
  </p:cSld>
  <p:clrMapOvr>
    <a:masterClrMapping/>
  </p:clrMapOvr>
</p:sld>
</file>

<file path=ppt/slides/slide7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740 / 1000</a:t>
            </a:r>
          </a:p>
        </p:txBody>
      </p:sp>
    </p:spTree>
  </p:cSld>
  <p:clrMapOvr>
    <a:masterClrMapping/>
  </p:clrMapOvr>
</p:sld>
</file>

<file path=ppt/slides/slide7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741 / 1000</a:t>
            </a:r>
          </a:p>
        </p:txBody>
      </p:sp>
    </p:spTree>
  </p:cSld>
  <p:clrMapOvr>
    <a:masterClrMapping/>
  </p:clrMapOvr>
</p:sld>
</file>

<file path=ppt/slides/slide7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742 / 1000</a:t>
            </a:r>
          </a:p>
        </p:txBody>
      </p:sp>
    </p:spTree>
  </p:cSld>
  <p:clrMapOvr>
    <a:masterClrMapping/>
  </p:clrMapOvr>
</p:sld>
</file>

<file path=ppt/slides/slide7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743 / 1000</a:t>
            </a:r>
          </a:p>
        </p:txBody>
      </p:sp>
    </p:spTree>
  </p:cSld>
  <p:clrMapOvr>
    <a:masterClrMapping/>
  </p:clrMapOvr>
</p:sld>
</file>

<file path=ppt/slides/slide7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744 / 1000</a:t>
            </a:r>
          </a:p>
        </p:txBody>
      </p:sp>
    </p:spTree>
  </p:cSld>
  <p:clrMapOvr>
    <a:masterClrMapping/>
  </p:clrMapOvr>
</p:sld>
</file>

<file path=ppt/slides/slide7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745 / 1000</a:t>
            </a:r>
          </a:p>
        </p:txBody>
      </p:sp>
    </p:spTree>
  </p:cSld>
  <p:clrMapOvr>
    <a:masterClrMapping/>
  </p:clrMapOvr>
</p:sld>
</file>

<file path=ppt/slides/slide7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746 / 1000</a:t>
            </a:r>
          </a:p>
        </p:txBody>
      </p:sp>
    </p:spTree>
  </p:cSld>
  <p:clrMapOvr>
    <a:masterClrMapping/>
  </p:clrMapOvr>
</p:sld>
</file>

<file path=ppt/slides/slide7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747 / 1000</a:t>
            </a:r>
          </a:p>
        </p:txBody>
      </p:sp>
    </p:spTree>
  </p:cSld>
  <p:clrMapOvr>
    <a:masterClrMapping/>
  </p:clrMapOvr>
</p:sld>
</file>

<file path=ppt/slides/slide7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748 / 1000</a:t>
            </a:r>
          </a:p>
        </p:txBody>
      </p:sp>
    </p:spTree>
  </p:cSld>
  <p:clrMapOvr>
    <a:masterClrMapping/>
  </p:clrMapOvr>
</p:sld>
</file>

<file path=ppt/slides/slide7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749 / 1000</a:t>
            </a:r>
          </a:p>
        </p:txBody>
      </p:sp>
    </p:spTree>
  </p:cSld>
  <p:clrMapOvr>
    <a:masterClrMapping/>
  </p:clrMapOvr>
</p:sld>
</file>

<file path=ppt/slides/slide7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750 / 1000</a:t>
            </a:r>
          </a:p>
        </p:txBody>
      </p:sp>
    </p:spTree>
  </p:cSld>
  <p:clrMapOvr>
    <a:masterClrMapping/>
  </p:clrMapOvr>
</p:sld>
</file>

<file path=ppt/slides/slide7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751 / 1000</a:t>
            </a:r>
          </a:p>
        </p:txBody>
      </p:sp>
    </p:spTree>
  </p:cSld>
  <p:clrMapOvr>
    <a:masterClrMapping/>
  </p:clrMapOvr>
</p:sld>
</file>

<file path=ppt/slides/slide7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752 / 1000</a:t>
            </a:r>
          </a:p>
        </p:txBody>
      </p:sp>
    </p:spTree>
  </p:cSld>
  <p:clrMapOvr>
    <a:masterClrMapping/>
  </p:clrMapOvr>
</p:sld>
</file>

<file path=ppt/slides/slide7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753 / 1000</a:t>
            </a:r>
          </a:p>
        </p:txBody>
      </p:sp>
    </p:spTree>
  </p:cSld>
  <p:clrMapOvr>
    <a:masterClrMapping/>
  </p:clrMapOvr>
</p:sld>
</file>

<file path=ppt/slides/slide7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754 / 1000</a:t>
            </a:r>
          </a:p>
        </p:txBody>
      </p:sp>
    </p:spTree>
  </p:cSld>
  <p:clrMapOvr>
    <a:masterClrMapping/>
  </p:clrMapOvr>
</p:sld>
</file>

<file path=ppt/slides/slide7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755 / 1000</a:t>
            </a:r>
          </a:p>
        </p:txBody>
      </p:sp>
    </p:spTree>
  </p:cSld>
  <p:clrMapOvr>
    <a:masterClrMapping/>
  </p:clrMapOvr>
</p:sld>
</file>

<file path=ppt/slides/slide7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756 / 1000</a:t>
            </a:r>
          </a:p>
        </p:txBody>
      </p:sp>
    </p:spTree>
  </p:cSld>
  <p:clrMapOvr>
    <a:masterClrMapping/>
  </p:clrMapOvr>
</p:sld>
</file>

<file path=ppt/slides/slide7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757 / 1000</a:t>
            </a:r>
          </a:p>
        </p:txBody>
      </p:sp>
    </p:spTree>
  </p:cSld>
  <p:clrMapOvr>
    <a:masterClrMapping/>
  </p:clrMapOvr>
</p:sld>
</file>

<file path=ppt/slides/slide7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758 / 1000</a:t>
            </a:r>
          </a:p>
        </p:txBody>
      </p:sp>
    </p:spTree>
  </p:cSld>
  <p:clrMapOvr>
    <a:masterClrMapping/>
  </p:clrMapOvr>
</p:sld>
</file>

<file path=ppt/slides/slide7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759 / 1000</a:t>
            </a:r>
          </a:p>
        </p:txBody>
      </p:sp>
    </p:spTree>
  </p:cSld>
  <p:clrMapOvr>
    <a:masterClrMapping/>
  </p:clrMapOvr>
</p:sld>
</file>

<file path=ppt/slides/slide7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760 / 1000</a:t>
            </a:r>
          </a:p>
        </p:txBody>
      </p:sp>
    </p:spTree>
  </p:cSld>
  <p:clrMapOvr>
    <a:masterClrMapping/>
  </p:clrMapOvr>
</p:sld>
</file>

<file path=ppt/slides/slide7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761 / 1000</a:t>
            </a:r>
          </a:p>
        </p:txBody>
      </p:sp>
    </p:spTree>
  </p:cSld>
  <p:clrMapOvr>
    <a:masterClrMapping/>
  </p:clrMapOvr>
</p:sld>
</file>

<file path=ppt/slides/slide7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762 / 1000</a:t>
            </a:r>
          </a:p>
        </p:txBody>
      </p:sp>
    </p:spTree>
  </p:cSld>
  <p:clrMapOvr>
    <a:masterClrMapping/>
  </p:clrMapOvr>
</p:sld>
</file>

<file path=ppt/slides/slide7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763 / 1000</a:t>
            </a:r>
          </a:p>
        </p:txBody>
      </p:sp>
    </p:spTree>
  </p:cSld>
  <p:clrMapOvr>
    <a:masterClrMapping/>
  </p:clrMapOvr>
</p:sld>
</file>

<file path=ppt/slides/slide7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764 / 1000</a:t>
            </a:r>
          </a:p>
        </p:txBody>
      </p:sp>
    </p:spTree>
  </p:cSld>
  <p:clrMapOvr>
    <a:masterClrMapping/>
  </p:clrMapOvr>
</p:sld>
</file>

<file path=ppt/slides/slide7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765 / 1000</a:t>
            </a:r>
          </a:p>
        </p:txBody>
      </p:sp>
    </p:spTree>
  </p:cSld>
  <p:clrMapOvr>
    <a:masterClrMapping/>
  </p:clrMapOvr>
</p:sld>
</file>

<file path=ppt/slides/slide7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766 / 1000</a:t>
            </a:r>
          </a:p>
        </p:txBody>
      </p:sp>
    </p:spTree>
  </p:cSld>
  <p:clrMapOvr>
    <a:masterClrMapping/>
  </p:clrMapOvr>
</p:sld>
</file>

<file path=ppt/slides/slide7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767 / 1000</a:t>
            </a:r>
          </a:p>
        </p:txBody>
      </p:sp>
    </p:spTree>
  </p:cSld>
  <p:clrMapOvr>
    <a:masterClrMapping/>
  </p:clrMapOvr>
</p:sld>
</file>

<file path=ppt/slides/slide7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768 / 1000</a:t>
            </a:r>
          </a:p>
        </p:txBody>
      </p:sp>
    </p:spTree>
  </p:cSld>
  <p:clrMapOvr>
    <a:masterClrMapping/>
  </p:clrMapOvr>
</p:sld>
</file>

<file path=ppt/slides/slide7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769 / 1000</a:t>
            </a:r>
          </a:p>
        </p:txBody>
      </p:sp>
    </p:spTree>
  </p:cSld>
  <p:clrMapOvr>
    <a:masterClrMapping/>
  </p:clrMapOvr>
</p:sld>
</file>

<file path=ppt/slides/slide7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770 / 1000</a:t>
            </a:r>
          </a:p>
        </p:txBody>
      </p:sp>
    </p:spTree>
  </p:cSld>
  <p:clrMapOvr>
    <a:masterClrMapping/>
  </p:clrMapOvr>
</p:sld>
</file>

<file path=ppt/slides/slide7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771 / 1000</a:t>
            </a:r>
          </a:p>
        </p:txBody>
      </p:sp>
    </p:spTree>
  </p:cSld>
  <p:clrMapOvr>
    <a:masterClrMapping/>
  </p:clrMapOvr>
</p:sld>
</file>

<file path=ppt/slides/slide7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772 / 1000</a:t>
            </a:r>
          </a:p>
        </p:txBody>
      </p:sp>
    </p:spTree>
  </p:cSld>
  <p:clrMapOvr>
    <a:masterClrMapping/>
  </p:clrMapOvr>
</p:sld>
</file>

<file path=ppt/slides/slide7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773 / 1000</a:t>
            </a:r>
          </a:p>
        </p:txBody>
      </p:sp>
    </p:spTree>
  </p:cSld>
  <p:clrMapOvr>
    <a:masterClrMapping/>
  </p:clrMapOvr>
</p:sld>
</file>

<file path=ppt/slides/slide7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774 / 1000</a:t>
            </a:r>
          </a:p>
        </p:txBody>
      </p:sp>
    </p:spTree>
  </p:cSld>
  <p:clrMapOvr>
    <a:masterClrMapping/>
  </p:clrMapOvr>
</p:sld>
</file>

<file path=ppt/slides/slide7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775 / 1000</a:t>
            </a:r>
          </a:p>
        </p:txBody>
      </p:sp>
    </p:spTree>
  </p:cSld>
  <p:clrMapOvr>
    <a:masterClrMapping/>
  </p:clrMapOvr>
</p:sld>
</file>

<file path=ppt/slides/slide7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776 / 1000</a:t>
            </a:r>
          </a:p>
        </p:txBody>
      </p:sp>
    </p:spTree>
  </p:cSld>
  <p:clrMapOvr>
    <a:masterClrMapping/>
  </p:clrMapOvr>
</p:sld>
</file>

<file path=ppt/slides/slide7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777 / 1000</a:t>
            </a:r>
          </a:p>
        </p:txBody>
      </p:sp>
    </p:spTree>
  </p:cSld>
  <p:clrMapOvr>
    <a:masterClrMapping/>
  </p:clrMapOvr>
</p:sld>
</file>

<file path=ppt/slides/slide7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778 / 1000</a:t>
            </a:r>
          </a:p>
        </p:txBody>
      </p:sp>
    </p:spTree>
  </p:cSld>
  <p:clrMapOvr>
    <a:masterClrMapping/>
  </p:clrMapOvr>
</p:sld>
</file>

<file path=ppt/slides/slide7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779 / 1000</a:t>
            </a:r>
          </a:p>
        </p:txBody>
      </p:sp>
    </p:spTree>
  </p:cSld>
  <p:clrMapOvr>
    <a:masterClrMapping/>
  </p:clrMapOvr>
</p:sld>
</file>

<file path=ppt/slides/slide7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780 / 1000</a:t>
            </a:r>
          </a:p>
        </p:txBody>
      </p:sp>
    </p:spTree>
  </p:cSld>
  <p:clrMapOvr>
    <a:masterClrMapping/>
  </p:clrMapOvr>
</p:sld>
</file>

<file path=ppt/slides/slide7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781 / 1000</a:t>
            </a:r>
          </a:p>
        </p:txBody>
      </p:sp>
    </p:spTree>
  </p:cSld>
  <p:clrMapOvr>
    <a:masterClrMapping/>
  </p:clrMapOvr>
</p:sld>
</file>

<file path=ppt/slides/slide7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782 / 1000</a:t>
            </a:r>
          </a:p>
        </p:txBody>
      </p:sp>
    </p:spTree>
  </p:cSld>
  <p:clrMapOvr>
    <a:masterClrMapping/>
  </p:clrMapOvr>
</p:sld>
</file>

<file path=ppt/slides/slide7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783 / 1000</a:t>
            </a:r>
          </a:p>
        </p:txBody>
      </p:sp>
    </p:spTree>
  </p:cSld>
  <p:clrMapOvr>
    <a:masterClrMapping/>
  </p:clrMapOvr>
</p:sld>
</file>

<file path=ppt/slides/slide7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784 / 1000</a:t>
            </a:r>
          </a:p>
        </p:txBody>
      </p:sp>
    </p:spTree>
  </p:cSld>
  <p:clrMapOvr>
    <a:masterClrMapping/>
  </p:clrMapOvr>
</p:sld>
</file>

<file path=ppt/slides/slide7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785 / 1000</a:t>
            </a:r>
          </a:p>
        </p:txBody>
      </p:sp>
    </p:spTree>
  </p:cSld>
  <p:clrMapOvr>
    <a:masterClrMapping/>
  </p:clrMapOvr>
</p:sld>
</file>

<file path=ppt/slides/slide7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786 / 1000</a:t>
            </a:r>
          </a:p>
        </p:txBody>
      </p:sp>
    </p:spTree>
  </p:cSld>
  <p:clrMapOvr>
    <a:masterClrMapping/>
  </p:clrMapOvr>
</p:sld>
</file>

<file path=ppt/slides/slide7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787 / 1000</a:t>
            </a:r>
          </a:p>
        </p:txBody>
      </p:sp>
    </p:spTree>
  </p:cSld>
  <p:clrMapOvr>
    <a:masterClrMapping/>
  </p:clrMapOvr>
</p:sld>
</file>

<file path=ppt/slides/slide7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788 / 1000</a:t>
            </a:r>
          </a:p>
        </p:txBody>
      </p:sp>
    </p:spTree>
  </p:cSld>
  <p:clrMapOvr>
    <a:masterClrMapping/>
  </p:clrMapOvr>
</p:sld>
</file>

<file path=ppt/slides/slide7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789 / 1000</a:t>
            </a:r>
          </a:p>
        </p:txBody>
      </p:sp>
    </p:spTree>
  </p:cSld>
  <p:clrMapOvr>
    <a:masterClrMapping/>
  </p:clrMapOvr>
</p:sld>
</file>

<file path=ppt/slides/slide7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790 / 1000</a:t>
            </a:r>
          </a:p>
        </p:txBody>
      </p:sp>
    </p:spTree>
  </p:cSld>
  <p:clrMapOvr>
    <a:masterClrMapping/>
  </p:clrMapOvr>
</p:sld>
</file>

<file path=ppt/slides/slide7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791 / 1000</a:t>
            </a:r>
          </a:p>
        </p:txBody>
      </p:sp>
    </p:spTree>
  </p:cSld>
  <p:clrMapOvr>
    <a:masterClrMapping/>
  </p:clrMapOvr>
</p:sld>
</file>

<file path=ppt/slides/slide7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792 / 1000</a:t>
            </a:r>
          </a:p>
        </p:txBody>
      </p:sp>
    </p:spTree>
  </p:cSld>
  <p:clrMapOvr>
    <a:masterClrMapping/>
  </p:clrMapOvr>
</p:sld>
</file>

<file path=ppt/slides/slide7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793 / 1000</a:t>
            </a:r>
          </a:p>
        </p:txBody>
      </p:sp>
    </p:spTree>
  </p:cSld>
  <p:clrMapOvr>
    <a:masterClrMapping/>
  </p:clrMapOvr>
</p:sld>
</file>

<file path=ppt/slides/slide7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794 / 1000</a:t>
            </a:r>
          </a:p>
        </p:txBody>
      </p:sp>
    </p:spTree>
  </p:cSld>
  <p:clrMapOvr>
    <a:masterClrMapping/>
  </p:clrMapOvr>
</p:sld>
</file>

<file path=ppt/slides/slide7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795 / 1000</a:t>
            </a:r>
          </a:p>
        </p:txBody>
      </p:sp>
    </p:spTree>
  </p:cSld>
  <p:clrMapOvr>
    <a:masterClrMapping/>
  </p:clrMapOvr>
</p:sld>
</file>

<file path=ppt/slides/slide7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796 / 1000</a:t>
            </a:r>
          </a:p>
        </p:txBody>
      </p:sp>
    </p:spTree>
  </p:cSld>
  <p:clrMapOvr>
    <a:masterClrMapping/>
  </p:clrMapOvr>
</p:sld>
</file>

<file path=ppt/slides/slide7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797 / 1000</a:t>
            </a:r>
          </a:p>
        </p:txBody>
      </p:sp>
    </p:spTree>
  </p:cSld>
  <p:clrMapOvr>
    <a:masterClrMapping/>
  </p:clrMapOvr>
</p:sld>
</file>

<file path=ppt/slides/slide7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798 / 1000</a:t>
            </a:r>
          </a:p>
        </p:txBody>
      </p:sp>
    </p:spTree>
  </p:cSld>
  <p:clrMapOvr>
    <a:masterClrMapping/>
  </p:clrMapOvr>
</p:sld>
</file>

<file path=ppt/slides/slide7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799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799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799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799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799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799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799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799 / 1000</a:t>
            </a:r>
          </a:p>
        </p:txBody>
      </p:sp>
    </p:spTree>
  </p:cSld>
  <p:clrMapOvr>
    <a:masterClrMapping/>
  </p:clrMapOvr>
</p:sld>
</file>

<file path=ppt/slides/slide8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800 / 1000</a:t>
            </a:r>
          </a:p>
        </p:txBody>
      </p:sp>
    </p:spTree>
  </p:cSld>
  <p:clrMapOvr>
    <a:masterClrMapping/>
  </p:clrMapOvr>
</p:sld>
</file>

<file path=ppt/slides/slide8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801 / 1000</a:t>
            </a:r>
          </a:p>
        </p:txBody>
      </p:sp>
    </p:spTree>
  </p:cSld>
  <p:clrMapOvr>
    <a:masterClrMapping/>
  </p:clrMapOvr>
</p:sld>
</file>

<file path=ppt/slides/slide8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802 / 1000</a:t>
            </a:r>
          </a:p>
        </p:txBody>
      </p:sp>
    </p:spTree>
  </p:cSld>
  <p:clrMapOvr>
    <a:masterClrMapping/>
  </p:clrMapOvr>
</p:sld>
</file>

<file path=ppt/slides/slide8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803 / 1000</a:t>
            </a:r>
          </a:p>
        </p:txBody>
      </p:sp>
    </p:spTree>
  </p:cSld>
  <p:clrMapOvr>
    <a:masterClrMapping/>
  </p:clrMapOvr>
</p:sld>
</file>

<file path=ppt/slides/slide8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804 / 1000</a:t>
            </a:r>
          </a:p>
        </p:txBody>
      </p:sp>
    </p:spTree>
  </p:cSld>
  <p:clrMapOvr>
    <a:masterClrMapping/>
  </p:clrMapOvr>
</p:sld>
</file>

<file path=ppt/slides/slide8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805 / 1000</a:t>
            </a:r>
          </a:p>
        </p:txBody>
      </p:sp>
    </p:spTree>
  </p:cSld>
  <p:clrMapOvr>
    <a:masterClrMapping/>
  </p:clrMapOvr>
</p:sld>
</file>

<file path=ppt/slides/slide8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806 / 1000</a:t>
            </a:r>
          </a:p>
        </p:txBody>
      </p:sp>
    </p:spTree>
  </p:cSld>
  <p:clrMapOvr>
    <a:masterClrMapping/>
  </p:clrMapOvr>
</p:sld>
</file>

<file path=ppt/slides/slide8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807 / 1000</a:t>
            </a:r>
          </a:p>
        </p:txBody>
      </p:sp>
    </p:spTree>
  </p:cSld>
  <p:clrMapOvr>
    <a:masterClrMapping/>
  </p:clrMapOvr>
</p:sld>
</file>

<file path=ppt/slides/slide8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808 / 1000</a:t>
            </a:r>
          </a:p>
        </p:txBody>
      </p:sp>
    </p:spTree>
  </p:cSld>
  <p:clrMapOvr>
    <a:masterClrMapping/>
  </p:clrMapOvr>
</p:sld>
</file>

<file path=ppt/slides/slide8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809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809 / 1000</a:t>
            </a:r>
          </a:p>
        </p:txBody>
      </p:sp>
    </p:spTree>
  </p:cSld>
  <p:clrMapOvr>
    <a:masterClrMapping/>
  </p:clrMapOvr>
</p:sld>
</file>

<file path=ppt/slides/slide8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810 / 1000</a:t>
            </a:r>
          </a:p>
        </p:txBody>
      </p:sp>
    </p:spTree>
  </p:cSld>
  <p:clrMapOvr>
    <a:masterClrMapping/>
  </p:clrMapOvr>
</p:sld>
</file>

<file path=ppt/slides/slide8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811 / 1000</a:t>
            </a:r>
          </a:p>
        </p:txBody>
      </p:sp>
    </p:spTree>
  </p:cSld>
  <p:clrMapOvr>
    <a:masterClrMapping/>
  </p:clrMapOvr>
</p:sld>
</file>

<file path=ppt/slides/slide8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812 / 1000</a:t>
            </a:r>
          </a:p>
        </p:txBody>
      </p:sp>
    </p:spTree>
  </p:cSld>
  <p:clrMapOvr>
    <a:masterClrMapping/>
  </p:clrMapOvr>
</p:sld>
</file>

<file path=ppt/slides/slide8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813 / 1000</a:t>
            </a:r>
          </a:p>
        </p:txBody>
      </p:sp>
    </p:spTree>
  </p:cSld>
  <p:clrMapOvr>
    <a:masterClrMapping/>
  </p:clrMapOvr>
</p:sld>
</file>

<file path=ppt/slides/slide8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814 / 1000</a:t>
            </a:r>
          </a:p>
        </p:txBody>
      </p:sp>
    </p:spTree>
  </p:cSld>
  <p:clrMapOvr>
    <a:masterClrMapping/>
  </p:clrMapOvr>
</p:sld>
</file>

<file path=ppt/slides/slide8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815 / 1000</a:t>
            </a:r>
          </a:p>
        </p:txBody>
      </p:sp>
    </p:spTree>
  </p:cSld>
  <p:clrMapOvr>
    <a:masterClrMapping/>
  </p:clrMapOvr>
</p:sld>
</file>

<file path=ppt/slides/slide8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816 / 1000</a:t>
            </a:r>
          </a:p>
        </p:txBody>
      </p:sp>
    </p:spTree>
  </p:cSld>
  <p:clrMapOvr>
    <a:masterClrMapping/>
  </p:clrMapOvr>
</p:sld>
</file>

<file path=ppt/slides/slide8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817 / 1000</a:t>
            </a:r>
          </a:p>
        </p:txBody>
      </p:sp>
    </p:spTree>
  </p:cSld>
  <p:clrMapOvr>
    <a:masterClrMapping/>
  </p:clrMapOvr>
</p:sld>
</file>

<file path=ppt/slides/slide8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818 / 1000</a:t>
            </a:r>
          </a:p>
        </p:txBody>
      </p:sp>
    </p:spTree>
  </p:cSld>
  <p:clrMapOvr>
    <a:masterClrMapping/>
  </p:clrMapOvr>
</p:sld>
</file>

<file path=ppt/slides/slide8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819 / 1000</a:t>
            </a:r>
          </a:p>
        </p:txBody>
      </p:sp>
    </p:spTree>
  </p:cSld>
  <p:clrMapOvr>
    <a:masterClrMapping/>
  </p:clrMapOvr>
</p:sld>
</file>

<file path=ppt/slides/slide8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820 / 1000</a:t>
            </a:r>
          </a:p>
        </p:txBody>
      </p:sp>
    </p:spTree>
  </p:cSld>
  <p:clrMapOvr>
    <a:masterClrMapping/>
  </p:clrMapOvr>
</p:sld>
</file>

<file path=ppt/slides/slide8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821 / 1000</a:t>
            </a:r>
          </a:p>
        </p:txBody>
      </p:sp>
    </p:spTree>
  </p:cSld>
  <p:clrMapOvr>
    <a:masterClrMapping/>
  </p:clrMapOvr>
</p:sld>
</file>

<file path=ppt/slides/slide8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822 / 1000</a:t>
            </a:r>
          </a:p>
        </p:txBody>
      </p:sp>
    </p:spTree>
  </p:cSld>
  <p:clrMapOvr>
    <a:masterClrMapping/>
  </p:clrMapOvr>
</p:sld>
</file>

<file path=ppt/slides/slide8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823 / 1000</a:t>
            </a:r>
          </a:p>
        </p:txBody>
      </p:sp>
    </p:spTree>
  </p:cSld>
  <p:clrMapOvr>
    <a:masterClrMapping/>
  </p:clrMapOvr>
</p:sld>
</file>

<file path=ppt/slides/slide8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824 / 1000</a:t>
            </a:r>
          </a:p>
        </p:txBody>
      </p:sp>
    </p:spTree>
  </p:cSld>
  <p:clrMapOvr>
    <a:masterClrMapping/>
  </p:clrMapOvr>
</p:sld>
</file>

<file path=ppt/slides/slide8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825 / 1000</a:t>
            </a:r>
          </a:p>
        </p:txBody>
      </p:sp>
    </p:spTree>
  </p:cSld>
  <p:clrMapOvr>
    <a:masterClrMapping/>
  </p:clrMapOvr>
</p:sld>
</file>

<file path=ppt/slides/slide8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826 / 1000</a:t>
            </a:r>
          </a:p>
        </p:txBody>
      </p:sp>
    </p:spTree>
  </p:cSld>
  <p:clrMapOvr>
    <a:masterClrMapping/>
  </p:clrMapOvr>
</p:sld>
</file>

<file path=ppt/slides/slide8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827 / 1000</a:t>
            </a:r>
          </a:p>
        </p:txBody>
      </p:sp>
    </p:spTree>
  </p:cSld>
  <p:clrMapOvr>
    <a:masterClrMapping/>
  </p:clrMapOvr>
</p:sld>
</file>

<file path=ppt/slides/slide8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828 / 1000</a:t>
            </a:r>
          </a:p>
        </p:txBody>
      </p:sp>
    </p:spTree>
  </p:cSld>
  <p:clrMapOvr>
    <a:masterClrMapping/>
  </p:clrMapOvr>
</p:sld>
</file>

<file path=ppt/slides/slide8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829 / 1000</a:t>
            </a:r>
          </a:p>
        </p:txBody>
      </p:sp>
    </p:spTree>
  </p:cSld>
  <p:clrMapOvr>
    <a:masterClrMapping/>
  </p:clrMapOvr>
</p:sld>
</file>

<file path=ppt/slides/slide8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830 / 1000</a:t>
            </a:r>
          </a:p>
        </p:txBody>
      </p:sp>
    </p:spTree>
  </p:cSld>
  <p:clrMapOvr>
    <a:masterClrMapping/>
  </p:clrMapOvr>
</p:sld>
</file>

<file path=ppt/slides/slide8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831 / 1000</a:t>
            </a:r>
          </a:p>
        </p:txBody>
      </p:sp>
    </p:spTree>
  </p:cSld>
  <p:clrMapOvr>
    <a:masterClrMapping/>
  </p:clrMapOvr>
</p:sld>
</file>

<file path=ppt/slides/slide8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832 / 1000</a:t>
            </a:r>
          </a:p>
        </p:txBody>
      </p:sp>
    </p:spTree>
  </p:cSld>
  <p:clrMapOvr>
    <a:masterClrMapping/>
  </p:clrMapOvr>
</p:sld>
</file>

<file path=ppt/slides/slide8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833 / 1000</a:t>
            </a:r>
          </a:p>
        </p:txBody>
      </p:sp>
    </p:spTree>
  </p:cSld>
  <p:clrMapOvr>
    <a:masterClrMapping/>
  </p:clrMapOvr>
</p:sld>
</file>

<file path=ppt/slides/slide8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834 / 1000</a:t>
            </a:r>
          </a:p>
        </p:txBody>
      </p:sp>
    </p:spTree>
  </p:cSld>
  <p:clrMapOvr>
    <a:masterClrMapping/>
  </p:clrMapOvr>
</p:sld>
</file>

<file path=ppt/slides/slide8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835 / 1000</a:t>
            </a:r>
          </a:p>
        </p:txBody>
      </p:sp>
    </p:spTree>
  </p:cSld>
  <p:clrMapOvr>
    <a:masterClrMapping/>
  </p:clrMapOvr>
</p:sld>
</file>

<file path=ppt/slides/slide8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836 / 1000</a:t>
            </a:r>
          </a:p>
        </p:txBody>
      </p:sp>
    </p:spTree>
  </p:cSld>
  <p:clrMapOvr>
    <a:masterClrMapping/>
  </p:clrMapOvr>
</p:sld>
</file>

<file path=ppt/slides/slide8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837 / 1000</a:t>
            </a:r>
          </a:p>
        </p:txBody>
      </p:sp>
    </p:spTree>
  </p:cSld>
  <p:clrMapOvr>
    <a:masterClrMapping/>
  </p:clrMapOvr>
</p:sld>
</file>

<file path=ppt/slides/slide8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838 / 1000</a:t>
            </a:r>
          </a:p>
        </p:txBody>
      </p:sp>
    </p:spTree>
  </p:cSld>
  <p:clrMapOvr>
    <a:masterClrMapping/>
  </p:clrMapOvr>
</p:sld>
</file>

<file path=ppt/slides/slide8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839 / 1000</a:t>
            </a:r>
          </a:p>
        </p:txBody>
      </p:sp>
    </p:spTree>
  </p:cSld>
  <p:clrMapOvr>
    <a:masterClrMapping/>
  </p:clrMapOvr>
</p:sld>
</file>

<file path=ppt/slides/slide8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840 / 1000</a:t>
            </a:r>
          </a:p>
        </p:txBody>
      </p:sp>
    </p:spTree>
  </p:cSld>
  <p:clrMapOvr>
    <a:masterClrMapping/>
  </p:clrMapOvr>
</p:sld>
</file>

<file path=ppt/slides/slide8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841 / 1000</a:t>
            </a:r>
          </a:p>
        </p:txBody>
      </p:sp>
    </p:spTree>
  </p:cSld>
  <p:clrMapOvr>
    <a:masterClrMapping/>
  </p:clrMapOvr>
</p:sld>
</file>

<file path=ppt/slides/slide8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842 / 1000</a:t>
            </a:r>
          </a:p>
        </p:txBody>
      </p:sp>
    </p:spTree>
  </p:cSld>
  <p:clrMapOvr>
    <a:masterClrMapping/>
  </p:clrMapOvr>
</p:sld>
</file>

<file path=ppt/slides/slide8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843 / 1000</a:t>
            </a:r>
          </a:p>
        </p:txBody>
      </p:sp>
    </p:spTree>
  </p:cSld>
  <p:clrMapOvr>
    <a:masterClrMapping/>
  </p:clrMapOvr>
</p:sld>
</file>

<file path=ppt/slides/slide8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844 / 1000</a:t>
            </a:r>
          </a:p>
        </p:txBody>
      </p:sp>
    </p:spTree>
  </p:cSld>
  <p:clrMapOvr>
    <a:masterClrMapping/>
  </p:clrMapOvr>
</p:sld>
</file>

<file path=ppt/slides/slide8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845 / 1000</a:t>
            </a:r>
          </a:p>
        </p:txBody>
      </p:sp>
    </p:spTree>
  </p:cSld>
  <p:clrMapOvr>
    <a:masterClrMapping/>
  </p:clrMapOvr>
</p:sld>
</file>

<file path=ppt/slides/slide8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846 / 1000</a:t>
            </a:r>
          </a:p>
        </p:txBody>
      </p:sp>
    </p:spTree>
  </p:cSld>
  <p:clrMapOvr>
    <a:masterClrMapping/>
  </p:clrMapOvr>
</p:sld>
</file>

<file path=ppt/slides/slide8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847 / 1000</a:t>
            </a:r>
          </a:p>
        </p:txBody>
      </p:sp>
    </p:spTree>
  </p:cSld>
  <p:clrMapOvr>
    <a:masterClrMapping/>
  </p:clrMapOvr>
</p:sld>
</file>

<file path=ppt/slides/slide8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848 / 1000</a:t>
            </a:r>
          </a:p>
        </p:txBody>
      </p:sp>
    </p:spTree>
  </p:cSld>
  <p:clrMapOvr>
    <a:masterClrMapping/>
  </p:clrMapOvr>
</p:sld>
</file>

<file path=ppt/slides/slide8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849 / 1000</a:t>
            </a:r>
          </a:p>
        </p:txBody>
      </p:sp>
    </p:spTree>
  </p:cSld>
  <p:clrMapOvr>
    <a:masterClrMapping/>
  </p:clrMapOvr>
</p:sld>
</file>

<file path=ppt/slides/slide8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850 / 1000</a:t>
            </a:r>
          </a:p>
        </p:txBody>
      </p:sp>
    </p:spTree>
  </p:cSld>
  <p:clrMapOvr>
    <a:masterClrMapping/>
  </p:clrMapOvr>
</p:sld>
</file>

<file path=ppt/slides/slide8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851 / 1000</a:t>
            </a:r>
          </a:p>
        </p:txBody>
      </p:sp>
    </p:spTree>
  </p:cSld>
  <p:clrMapOvr>
    <a:masterClrMapping/>
  </p:clrMapOvr>
</p:sld>
</file>

<file path=ppt/slides/slide8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852 / 1000</a:t>
            </a:r>
          </a:p>
        </p:txBody>
      </p:sp>
    </p:spTree>
  </p:cSld>
  <p:clrMapOvr>
    <a:masterClrMapping/>
  </p:clrMapOvr>
</p:sld>
</file>

<file path=ppt/slides/slide8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853 / 1000</a:t>
            </a:r>
          </a:p>
        </p:txBody>
      </p:sp>
    </p:spTree>
  </p:cSld>
  <p:clrMapOvr>
    <a:masterClrMapping/>
  </p:clrMapOvr>
</p:sld>
</file>

<file path=ppt/slides/slide8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854 / 1000</a:t>
            </a:r>
          </a:p>
        </p:txBody>
      </p:sp>
    </p:spTree>
  </p:cSld>
  <p:clrMapOvr>
    <a:masterClrMapping/>
  </p:clrMapOvr>
</p:sld>
</file>

<file path=ppt/slides/slide8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855 / 1000</a:t>
            </a:r>
          </a:p>
        </p:txBody>
      </p:sp>
    </p:spTree>
  </p:cSld>
  <p:clrMapOvr>
    <a:masterClrMapping/>
  </p:clrMapOvr>
</p:sld>
</file>

<file path=ppt/slides/slide8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856 / 1000</a:t>
            </a:r>
          </a:p>
        </p:txBody>
      </p:sp>
    </p:spTree>
  </p:cSld>
  <p:clrMapOvr>
    <a:masterClrMapping/>
  </p:clrMapOvr>
</p:sld>
</file>

<file path=ppt/slides/slide8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857 / 1000</a:t>
            </a:r>
          </a:p>
        </p:txBody>
      </p:sp>
    </p:spTree>
  </p:cSld>
  <p:clrMapOvr>
    <a:masterClrMapping/>
  </p:clrMapOvr>
</p:sld>
</file>

<file path=ppt/slides/slide8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858 / 1000</a:t>
            </a:r>
          </a:p>
        </p:txBody>
      </p:sp>
    </p:spTree>
  </p:cSld>
  <p:clrMapOvr>
    <a:masterClrMapping/>
  </p:clrMapOvr>
</p:sld>
</file>

<file path=ppt/slides/slide8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859 / 1000</a:t>
            </a:r>
          </a:p>
        </p:txBody>
      </p:sp>
    </p:spTree>
  </p:cSld>
  <p:clrMapOvr>
    <a:masterClrMapping/>
  </p:clrMapOvr>
</p:sld>
</file>

<file path=ppt/slides/slide8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860 / 1000</a:t>
            </a:r>
          </a:p>
        </p:txBody>
      </p:sp>
    </p:spTree>
  </p:cSld>
  <p:clrMapOvr>
    <a:masterClrMapping/>
  </p:clrMapOvr>
</p:sld>
</file>

<file path=ppt/slides/slide8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861 / 1000</a:t>
            </a:r>
          </a:p>
        </p:txBody>
      </p:sp>
    </p:spTree>
  </p:cSld>
  <p:clrMapOvr>
    <a:masterClrMapping/>
  </p:clrMapOvr>
</p:sld>
</file>

<file path=ppt/slides/slide8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862 / 1000</a:t>
            </a:r>
          </a:p>
        </p:txBody>
      </p:sp>
    </p:spTree>
  </p:cSld>
  <p:clrMapOvr>
    <a:masterClrMapping/>
  </p:clrMapOvr>
</p:sld>
</file>

<file path=ppt/slides/slide8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863 / 1000</a:t>
            </a:r>
          </a:p>
        </p:txBody>
      </p:sp>
    </p:spTree>
  </p:cSld>
  <p:clrMapOvr>
    <a:masterClrMapping/>
  </p:clrMapOvr>
</p:sld>
</file>

<file path=ppt/slides/slide8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864 / 1000</a:t>
            </a:r>
          </a:p>
        </p:txBody>
      </p:sp>
    </p:spTree>
  </p:cSld>
  <p:clrMapOvr>
    <a:masterClrMapping/>
  </p:clrMapOvr>
</p:sld>
</file>

<file path=ppt/slides/slide8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865 / 1000</a:t>
            </a:r>
          </a:p>
        </p:txBody>
      </p:sp>
    </p:spTree>
  </p:cSld>
  <p:clrMapOvr>
    <a:masterClrMapping/>
  </p:clrMapOvr>
</p:sld>
</file>

<file path=ppt/slides/slide8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866 / 1000</a:t>
            </a:r>
          </a:p>
        </p:txBody>
      </p:sp>
    </p:spTree>
  </p:cSld>
  <p:clrMapOvr>
    <a:masterClrMapping/>
  </p:clrMapOvr>
</p:sld>
</file>

<file path=ppt/slides/slide8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867 / 1000</a:t>
            </a:r>
          </a:p>
        </p:txBody>
      </p:sp>
    </p:spTree>
  </p:cSld>
  <p:clrMapOvr>
    <a:masterClrMapping/>
  </p:clrMapOvr>
</p:sld>
</file>

<file path=ppt/slides/slide8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868 / 1000</a:t>
            </a:r>
          </a:p>
        </p:txBody>
      </p:sp>
    </p:spTree>
  </p:cSld>
  <p:clrMapOvr>
    <a:masterClrMapping/>
  </p:clrMapOvr>
</p:sld>
</file>

<file path=ppt/slides/slide8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869 / 1000</a:t>
            </a:r>
          </a:p>
        </p:txBody>
      </p:sp>
    </p:spTree>
  </p:cSld>
  <p:clrMapOvr>
    <a:masterClrMapping/>
  </p:clrMapOvr>
</p:sld>
</file>

<file path=ppt/slides/slide8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870 / 1000</a:t>
            </a:r>
          </a:p>
        </p:txBody>
      </p:sp>
    </p:spTree>
  </p:cSld>
  <p:clrMapOvr>
    <a:masterClrMapping/>
  </p:clrMapOvr>
</p:sld>
</file>

<file path=ppt/slides/slide8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871 / 1000</a:t>
            </a:r>
          </a:p>
        </p:txBody>
      </p:sp>
    </p:spTree>
  </p:cSld>
  <p:clrMapOvr>
    <a:masterClrMapping/>
  </p:clrMapOvr>
</p:sld>
</file>

<file path=ppt/slides/slide8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872 / 1000</a:t>
            </a:r>
          </a:p>
        </p:txBody>
      </p:sp>
    </p:spTree>
  </p:cSld>
  <p:clrMapOvr>
    <a:masterClrMapping/>
  </p:clrMapOvr>
</p:sld>
</file>

<file path=ppt/slides/slide8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873 / 1000</a:t>
            </a:r>
          </a:p>
        </p:txBody>
      </p:sp>
    </p:spTree>
  </p:cSld>
  <p:clrMapOvr>
    <a:masterClrMapping/>
  </p:clrMapOvr>
</p:sld>
</file>

<file path=ppt/slides/slide8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874 / 1000</a:t>
            </a:r>
          </a:p>
        </p:txBody>
      </p:sp>
    </p:spTree>
  </p:cSld>
  <p:clrMapOvr>
    <a:masterClrMapping/>
  </p:clrMapOvr>
</p:sld>
</file>

<file path=ppt/slides/slide8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875 / 1000</a:t>
            </a:r>
          </a:p>
        </p:txBody>
      </p:sp>
    </p:spTree>
  </p:cSld>
  <p:clrMapOvr>
    <a:masterClrMapping/>
  </p:clrMapOvr>
</p:sld>
</file>

<file path=ppt/slides/slide8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876 / 1000</a:t>
            </a:r>
          </a:p>
        </p:txBody>
      </p:sp>
    </p:spTree>
  </p:cSld>
  <p:clrMapOvr>
    <a:masterClrMapping/>
  </p:clrMapOvr>
</p:sld>
</file>

<file path=ppt/slides/slide8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877 / 1000</a:t>
            </a:r>
          </a:p>
        </p:txBody>
      </p:sp>
    </p:spTree>
  </p:cSld>
  <p:clrMapOvr>
    <a:masterClrMapping/>
  </p:clrMapOvr>
</p:sld>
</file>

<file path=ppt/slides/slide8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878 / 1000</a:t>
            </a:r>
          </a:p>
        </p:txBody>
      </p:sp>
    </p:spTree>
  </p:cSld>
  <p:clrMapOvr>
    <a:masterClrMapping/>
  </p:clrMapOvr>
</p:sld>
</file>

<file path=ppt/slides/slide8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879 / 1000</a:t>
            </a:r>
          </a:p>
        </p:txBody>
      </p:sp>
    </p:spTree>
  </p:cSld>
  <p:clrMapOvr>
    <a:masterClrMapping/>
  </p:clrMapOvr>
</p:sld>
</file>

<file path=ppt/slides/slide8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880 / 1000</a:t>
            </a:r>
          </a:p>
        </p:txBody>
      </p:sp>
    </p:spTree>
  </p:cSld>
  <p:clrMapOvr>
    <a:masterClrMapping/>
  </p:clrMapOvr>
</p:sld>
</file>

<file path=ppt/slides/slide8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881 / 1000</a:t>
            </a:r>
          </a:p>
        </p:txBody>
      </p:sp>
    </p:spTree>
  </p:cSld>
  <p:clrMapOvr>
    <a:masterClrMapping/>
  </p:clrMapOvr>
</p:sld>
</file>

<file path=ppt/slides/slide8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882 / 1000</a:t>
            </a:r>
          </a:p>
        </p:txBody>
      </p:sp>
    </p:spTree>
  </p:cSld>
  <p:clrMapOvr>
    <a:masterClrMapping/>
  </p:clrMapOvr>
</p:sld>
</file>

<file path=ppt/slides/slide8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883 / 1000</a:t>
            </a:r>
          </a:p>
        </p:txBody>
      </p:sp>
    </p:spTree>
  </p:cSld>
  <p:clrMapOvr>
    <a:masterClrMapping/>
  </p:clrMapOvr>
</p:sld>
</file>

<file path=ppt/slides/slide8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884 / 1000</a:t>
            </a:r>
          </a:p>
        </p:txBody>
      </p:sp>
    </p:spTree>
  </p:cSld>
  <p:clrMapOvr>
    <a:masterClrMapping/>
  </p:clrMapOvr>
</p:sld>
</file>

<file path=ppt/slides/slide8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885 / 1000</a:t>
            </a:r>
          </a:p>
        </p:txBody>
      </p:sp>
    </p:spTree>
  </p:cSld>
  <p:clrMapOvr>
    <a:masterClrMapping/>
  </p:clrMapOvr>
</p:sld>
</file>

<file path=ppt/slides/slide8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886 / 1000</a:t>
            </a:r>
          </a:p>
        </p:txBody>
      </p:sp>
    </p:spTree>
  </p:cSld>
  <p:clrMapOvr>
    <a:masterClrMapping/>
  </p:clrMapOvr>
</p:sld>
</file>

<file path=ppt/slides/slide8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887 / 1000</a:t>
            </a:r>
          </a:p>
        </p:txBody>
      </p:sp>
    </p:spTree>
  </p:cSld>
  <p:clrMapOvr>
    <a:masterClrMapping/>
  </p:clrMapOvr>
</p:sld>
</file>

<file path=ppt/slides/slide8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888 / 1000</a:t>
            </a:r>
          </a:p>
        </p:txBody>
      </p:sp>
    </p:spTree>
  </p:cSld>
  <p:clrMapOvr>
    <a:masterClrMapping/>
  </p:clrMapOvr>
</p:sld>
</file>

<file path=ppt/slides/slide8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889 / 1000</a:t>
            </a:r>
          </a:p>
        </p:txBody>
      </p:sp>
    </p:spTree>
  </p:cSld>
  <p:clrMapOvr>
    <a:masterClrMapping/>
  </p:clrMapOvr>
</p:sld>
</file>

<file path=ppt/slides/slide8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890 / 1000</a:t>
            </a:r>
          </a:p>
        </p:txBody>
      </p:sp>
    </p:spTree>
  </p:cSld>
  <p:clrMapOvr>
    <a:masterClrMapping/>
  </p:clrMapOvr>
</p:sld>
</file>

<file path=ppt/slides/slide8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891 / 1000</a:t>
            </a:r>
          </a:p>
        </p:txBody>
      </p:sp>
    </p:spTree>
  </p:cSld>
  <p:clrMapOvr>
    <a:masterClrMapping/>
  </p:clrMapOvr>
</p:sld>
</file>

<file path=ppt/slides/slide8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892 / 1000</a:t>
            </a:r>
          </a:p>
        </p:txBody>
      </p:sp>
    </p:spTree>
  </p:cSld>
  <p:clrMapOvr>
    <a:masterClrMapping/>
  </p:clrMapOvr>
</p:sld>
</file>

<file path=ppt/slides/slide8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893 / 1000</a:t>
            </a:r>
          </a:p>
        </p:txBody>
      </p:sp>
    </p:spTree>
  </p:cSld>
  <p:clrMapOvr>
    <a:masterClrMapping/>
  </p:clrMapOvr>
</p:sld>
</file>

<file path=ppt/slides/slide8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894 / 1000</a:t>
            </a:r>
          </a:p>
        </p:txBody>
      </p:sp>
    </p:spTree>
  </p:cSld>
  <p:clrMapOvr>
    <a:masterClrMapping/>
  </p:clrMapOvr>
</p:sld>
</file>

<file path=ppt/slides/slide8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895 / 1000</a:t>
            </a:r>
          </a:p>
        </p:txBody>
      </p:sp>
    </p:spTree>
  </p:cSld>
  <p:clrMapOvr>
    <a:masterClrMapping/>
  </p:clrMapOvr>
</p:sld>
</file>

<file path=ppt/slides/slide8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896 / 1000</a:t>
            </a:r>
          </a:p>
        </p:txBody>
      </p:sp>
    </p:spTree>
  </p:cSld>
  <p:clrMapOvr>
    <a:masterClrMapping/>
  </p:clrMapOvr>
</p:sld>
</file>

<file path=ppt/slides/slide8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897 / 1000</a:t>
            </a:r>
          </a:p>
        </p:txBody>
      </p:sp>
    </p:spTree>
  </p:cSld>
  <p:clrMapOvr>
    <a:masterClrMapping/>
  </p:clrMapOvr>
</p:sld>
</file>

<file path=ppt/slides/slide8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898 / 1000</a:t>
            </a:r>
          </a:p>
        </p:txBody>
      </p:sp>
    </p:spTree>
  </p:cSld>
  <p:clrMapOvr>
    <a:masterClrMapping/>
  </p:clrMapOvr>
</p:sld>
</file>

<file path=ppt/slides/slide8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899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899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899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899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899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899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899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899 / 1000</a:t>
            </a:r>
          </a:p>
        </p:txBody>
      </p:sp>
    </p:spTree>
  </p:cSld>
  <p:clrMapOvr>
    <a:masterClrMapping/>
  </p:clrMapOvr>
</p:sld>
</file>

<file path=ppt/slides/slide9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900 / 1000</a:t>
            </a:r>
          </a:p>
        </p:txBody>
      </p:sp>
    </p:spTree>
  </p:cSld>
  <p:clrMapOvr>
    <a:masterClrMapping/>
  </p:clrMapOvr>
</p:sld>
</file>

<file path=ppt/slides/slide9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901 / 1000</a:t>
            </a:r>
          </a:p>
        </p:txBody>
      </p:sp>
    </p:spTree>
  </p:cSld>
  <p:clrMapOvr>
    <a:masterClrMapping/>
  </p:clrMapOvr>
</p:sld>
</file>

<file path=ppt/slides/slide9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902 / 1000</a:t>
            </a:r>
          </a:p>
        </p:txBody>
      </p:sp>
    </p:spTree>
  </p:cSld>
  <p:clrMapOvr>
    <a:masterClrMapping/>
  </p:clrMapOvr>
</p:sld>
</file>

<file path=ppt/slides/slide9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903 / 1000</a:t>
            </a:r>
          </a:p>
        </p:txBody>
      </p:sp>
    </p:spTree>
  </p:cSld>
  <p:clrMapOvr>
    <a:masterClrMapping/>
  </p:clrMapOvr>
</p:sld>
</file>

<file path=ppt/slides/slide9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904 / 1000</a:t>
            </a:r>
          </a:p>
        </p:txBody>
      </p:sp>
    </p:spTree>
  </p:cSld>
  <p:clrMapOvr>
    <a:masterClrMapping/>
  </p:clrMapOvr>
</p:sld>
</file>

<file path=ppt/slides/slide9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905 / 1000</a:t>
            </a:r>
          </a:p>
        </p:txBody>
      </p:sp>
    </p:spTree>
  </p:cSld>
  <p:clrMapOvr>
    <a:masterClrMapping/>
  </p:clrMapOvr>
</p:sld>
</file>

<file path=ppt/slides/slide9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906 / 1000</a:t>
            </a:r>
          </a:p>
        </p:txBody>
      </p:sp>
    </p:spTree>
  </p:cSld>
  <p:clrMapOvr>
    <a:masterClrMapping/>
  </p:clrMapOvr>
</p:sld>
</file>

<file path=ppt/slides/slide9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907 / 1000</a:t>
            </a:r>
          </a:p>
        </p:txBody>
      </p:sp>
    </p:spTree>
  </p:cSld>
  <p:clrMapOvr>
    <a:masterClrMapping/>
  </p:clrMapOvr>
</p:sld>
</file>

<file path=ppt/slides/slide9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908 / 1000</a:t>
            </a:r>
          </a:p>
        </p:txBody>
      </p:sp>
    </p:spTree>
  </p:cSld>
  <p:clrMapOvr>
    <a:masterClrMapping/>
  </p:clrMapOvr>
</p:sld>
</file>

<file path=ppt/slides/slide9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909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909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909 / 1000</a:t>
            </a:r>
          </a:p>
        </p:txBody>
      </p:sp>
    </p:spTree>
  </p:cSld>
  <p:clrMapOvr>
    <a:masterClrMapping/>
  </p:clrMapOvr>
</p:sld>
</file>

<file path=ppt/slides/slide9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910 / 1000</a:t>
            </a:r>
          </a:p>
        </p:txBody>
      </p:sp>
    </p:spTree>
  </p:cSld>
  <p:clrMapOvr>
    <a:masterClrMapping/>
  </p:clrMapOvr>
</p:sld>
</file>

<file path=ppt/slides/slide9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911 / 1000</a:t>
            </a:r>
          </a:p>
        </p:txBody>
      </p:sp>
    </p:spTree>
  </p:cSld>
  <p:clrMapOvr>
    <a:masterClrMapping/>
  </p:clrMapOvr>
</p:sld>
</file>

<file path=ppt/slides/slide9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912 / 1000</a:t>
            </a:r>
          </a:p>
        </p:txBody>
      </p:sp>
    </p:spTree>
  </p:cSld>
  <p:clrMapOvr>
    <a:masterClrMapping/>
  </p:clrMapOvr>
</p:sld>
</file>

<file path=ppt/slides/slide9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913 / 1000</a:t>
            </a:r>
          </a:p>
        </p:txBody>
      </p:sp>
    </p:spTree>
  </p:cSld>
  <p:clrMapOvr>
    <a:masterClrMapping/>
  </p:clrMapOvr>
</p:sld>
</file>

<file path=ppt/slides/slide9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914 / 1000</a:t>
            </a:r>
          </a:p>
        </p:txBody>
      </p:sp>
    </p:spTree>
  </p:cSld>
  <p:clrMapOvr>
    <a:masterClrMapping/>
  </p:clrMapOvr>
</p:sld>
</file>

<file path=ppt/slides/slide9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915 / 1000</a:t>
            </a:r>
          </a:p>
        </p:txBody>
      </p:sp>
    </p:spTree>
  </p:cSld>
  <p:clrMapOvr>
    <a:masterClrMapping/>
  </p:clrMapOvr>
</p:sld>
</file>

<file path=ppt/slides/slide9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916 / 1000</a:t>
            </a:r>
          </a:p>
        </p:txBody>
      </p:sp>
    </p:spTree>
  </p:cSld>
  <p:clrMapOvr>
    <a:masterClrMapping/>
  </p:clrMapOvr>
</p:sld>
</file>

<file path=ppt/slides/slide9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917 / 1000</a:t>
            </a:r>
          </a:p>
        </p:txBody>
      </p:sp>
    </p:spTree>
  </p:cSld>
  <p:clrMapOvr>
    <a:masterClrMapping/>
  </p:clrMapOvr>
</p:sld>
</file>

<file path=ppt/slides/slide9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918 / 1000</a:t>
            </a:r>
          </a:p>
        </p:txBody>
      </p:sp>
    </p:spTree>
  </p:cSld>
  <p:clrMapOvr>
    <a:masterClrMapping/>
  </p:clrMapOvr>
</p:sld>
</file>

<file path=ppt/slides/slide9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919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919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919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919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919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919 / 1000</a:t>
            </a:r>
          </a:p>
        </p:txBody>
      </p:sp>
    </p:spTree>
  </p:cSld>
  <p:clrMapOvr>
    <a:masterClrMapping/>
  </p:clrMapOvr>
</p:sld>
</file>

<file path=ppt/slides/slide9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920 / 1000</a:t>
            </a:r>
          </a:p>
        </p:txBody>
      </p:sp>
    </p:spTree>
  </p:cSld>
  <p:clrMapOvr>
    <a:masterClrMapping/>
  </p:clrMapOvr>
</p:sld>
</file>

<file path=ppt/slides/slide9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921 / 1000</a:t>
            </a:r>
          </a:p>
        </p:txBody>
      </p:sp>
    </p:spTree>
  </p:cSld>
  <p:clrMapOvr>
    <a:masterClrMapping/>
  </p:clrMapOvr>
</p:sld>
</file>

<file path=ppt/slides/slide9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922 / 1000</a:t>
            </a:r>
          </a:p>
        </p:txBody>
      </p:sp>
    </p:spTree>
  </p:cSld>
  <p:clrMapOvr>
    <a:masterClrMapping/>
  </p:clrMapOvr>
</p:sld>
</file>

<file path=ppt/slides/slide9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923 / 1000</a:t>
            </a:r>
          </a:p>
        </p:txBody>
      </p:sp>
    </p:spTree>
  </p:cSld>
  <p:clrMapOvr>
    <a:masterClrMapping/>
  </p:clrMapOvr>
</p:sld>
</file>

<file path=ppt/slides/slide9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924 / 1000</a:t>
            </a:r>
          </a:p>
        </p:txBody>
      </p:sp>
    </p:spTree>
  </p:cSld>
  <p:clrMapOvr>
    <a:masterClrMapping/>
  </p:clrMapOvr>
</p:sld>
</file>

<file path=ppt/slides/slide9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925 / 1000</a:t>
            </a:r>
          </a:p>
        </p:txBody>
      </p:sp>
    </p:spTree>
  </p:cSld>
  <p:clrMapOvr>
    <a:masterClrMapping/>
  </p:clrMapOvr>
</p:sld>
</file>

<file path=ppt/slides/slide9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926 / 1000</a:t>
            </a:r>
          </a:p>
        </p:txBody>
      </p:sp>
    </p:spTree>
  </p:cSld>
  <p:clrMapOvr>
    <a:masterClrMapping/>
  </p:clrMapOvr>
</p:sld>
</file>

<file path=ppt/slides/slide9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927 / 1000</a:t>
            </a:r>
          </a:p>
        </p:txBody>
      </p:sp>
    </p:spTree>
  </p:cSld>
  <p:clrMapOvr>
    <a:masterClrMapping/>
  </p:clrMapOvr>
</p:sld>
</file>

<file path=ppt/slides/slide9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928 / 1000</a:t>
            </a:r>
          </a:p>
        </p:txBody>
      </p:sp>
    </p:spTree>
  </p:cSld>
  <p:clrMapOvr>
    <a:masterClrMapping/>
  </p:clrMapOvr>
</p:sld>
</file>

<file path=ppt/slides/slide9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929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929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929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929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929 / 1000</a:t>
            </a:r>
          </a:p>
        </p:txBody>
      </p:sp>
    </p:spTree>
  </p:cSld>
  <p:clrMapOvr>
    <a:masterClrMapping/>
  </p:clrMapOvr>
</p:sld>
</file>

<file path=ppt/slides/slide9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930 / 1000</a:t>
            </a:r>
          </a:p>
        </p:txBody>
      </p:sp>
    </p:spTree>
  </p:cSld>
  <p:clrMapOvr>
    <a:masterClrMapping/>
  </p:clrMapOvr>
</p:sld>
</file>

<file path=ppt/slides/slide9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931 / 1000</a:t>
            </a:r>
          </a:p>
        </p:txBody>
      </p:sp>
    </p:spTree>
  </p:cSld>
  <p:clrMapOvr>
    <a:masterClrMapping/>
  </p:clrMapOvr>
</p:sld>
</file>

<file path=ppt/slides/slide9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932 / 1000</a:t>
            </a:r>
          </a:p>
        </p:txBody>
      </p:sp>
    </p:spTree>
  </p:cSld>
  <p:clrMapOvr>
    <a:masterClrMapping/>
  </p:clrMapOvr>
</p:sld>
</file>

<file path=ppt/slides/slide9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933 / 1000</a:t>
            </a:r>
          </a:p>
        </p:txBody>
      </p:sp>
    </p:spTree>
  </p:cSld>
  <p:clrMapOvr>
    <a:masterClrMapping/>
  </p:clrMapOvr>
</p:sld>
</file>

<file path=ppt/slides/slide9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934 / 1000</a:t>
            </a:r>
          </a:p>
        </p:txBody>
      </p:sp>
    </p:spTree>
  </p:cSld>
  <p:clrMapOvr>
    <a:masterClrMapping/>
  </p:clrMapOvr>
</p:sld>
</file>

<file path=ppt/slides/slide9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935 / 1000</a:t>
            </a:r>
          </a:p>
        </p:txBody>
      </p:sp>
    </p:spTree>
  </p:cSld>
  <p:clrMapOvr>
    <a:masterClrMapping/>
  </p:clrMapOvr>
</p:sld>
</file>

<file path=ppt/slides/slide9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936 / 1000</a:t>
            </a:r>
          </a:p>
        </p:txBody>
      </p:sp>
    </p:spTree>
  </p:cSld>
  <p:clrMapOvr>
    <a:masterClrMapping/>
  </p:clrMapOvr>
</p:sld>
</file>

<file path=ppt/slides/slide9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937 / 1000</a:t>
            </a:r>
          </a:p>
        </p:txBody>
      </p:sp>
    </p:spTree>
  </p:cSld>
  <p:clrMapOvr>
    <a:masterClrMapping/>
  </p:clrMapOvr>
</p:sld>
</file>

<file path=ppt/slides/slide9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938 / 1000</a:t>
            </a:r>
          </a:p>
        </p:txBody>
      </p:sp>
    </p:spTree>
  </p:cSld>
  <p:clrMapOvr>
    <a:masterClrMapping/>
  </p:clrMapOvr>
</p:sld>
</file>

<file path=ppt/slides/slide9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939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939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939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939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939 / 1000</a:t>
            </a:r>
          </a:p>
        </p:txBody>
      </p:sp>
    </p:spTree>
  </p:cSld>
  <p:clrMapOvr>
    <a:masterClrMapping/>
  </p:clrMapOvr>
</p:sld>
</file>

<file path=ppt/slides/slide9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940 / 1000</a:t>
            </a:r>
          </a:p>
        </p:txBody>
      </p:sp>
    </p:spTree>
  </p:cSld>
  <p:clrMapOvr>
    <a:masterClrMapping/>
  </p:clrMapOvr>
</p:sld>
</file>

<file path=ppt/slides/slide9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941 / 1000</a:t>
            </a:r>
          </a:p>
        </p:txBody>
      </p:sp>
    </p:spTree>
  </p:cSld>
  <p:clrMapOvr>
    <a:masterClrMapping/>
  </p:clrMapOvr>
</p:sld>
</file>

<file path=ppt/slides/slide9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942 / 1000</a:t>
            </a:r>
          </a:p>
        </p:txBody>
      </p:sp>
    </p:spTree>
  </p:cSld>
  <p:clrMapOvr>
    <a:masterClrMapping/>
  </p:clrMapOvr>
</p:sld>
</file>

<file path=ppt/slides/slide9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943 / 1000</a:t>
            </a:r>
          </a:p>
        </p:txBody>
      </p:sp>
    </p:spTree>
  </p:cSld>
  <p:clrMapOvr>
    <a:masterClrMapping/>
  </p:clrMapOvr>
</p:sld>
</file>

<file path=ppt/slides/slide9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944 / 1000</a:t>
            </a:r>
          </a:p>
        </p:txBody>
      </p:sp>
    </p:spTree>
  </p:cSld>
  <p:clrMapOvr>
    <a:masterClrMapping/>
  </p:clrMapOvr>
</p:sld>
</file>

<file path=ppt/slides/slide9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945 / 1000</a:t>
            </a:r>
          </a:p>
        </p:txBody>
      </p:sp>
    </p:spTree>
  </p:cSld>
  <p:clrMapOvr>
    <a:masterClrMapping/>
  </p:clrMapOvr>
</p:sld>
</file>

<file path=ppt/slides/slide9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946 / 1000</a:t>
            </a:r>
          </a:p>
        </p:txBody>
      </p:sp>
    </p:spTree>
  </p:cSld>
  <p:clrMapOvr>
    <a:masterClrMapping/>
  </p:clrMapOvr>
</p:sld>
</file>

<file path=ppt/slides/slide9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947 / 1000</a:t>
            </a:r>
          </a:p>
        </p:txBody>
      </p:sp>
    </p:spTree>
  </p:cSld>
  <p:clrMapOvr>
    <a:masterClrMapping/>
  </p:clrMapOvr>
</p:sld>
</file>

<file path=ppt/slides/slide9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948 / 1000</a:t>
            </a:r>
          </a:p>
        </p:txBody>
      </p:sp>
    </p:spTree>
  </p:cSld>
  <p:clrMapOvr>
    <a:masterClrMapping/>
  </p:clrMapOvr>
</p:sld>
</file>

<file path=ppt/slides/slide9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949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949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949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949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949 / 1000</a:t>
            </a:r>
          </a:p>
        </p:txBody>
      </p:sp>
    </p:spTree>
  </p:cSld>
  <p:clrMapOvr>
    <a:masterClrMapping/>
  </p:clrMapOvr>
</p:sld>
</file>

<file path=ppt/slides/slide9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950 / 1000</a:t>
            </a:r>
          </a:p>
        </p:txBody>
      </p:sp>
    </p:spTree>
  </p:cSld>
  <p:clrMapOvr>
    <a:masterClrMapping/>
  </p:clrMapOvr>
</p:sld>
</file>

<file path=ppt/slides/slide9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951 / 1000</a:t>
            </a:r>
          </a:p>
        </p:txBody>
      </p:sp>
    </p:spTree>
  </p:cSld>
  <p:clrMapOvr>
    <a:masterClrMapping/>
  </p:clrMapOvr>
</p:sld>
</file>

<file path=ppt/slides/slide9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952 / 1000</a:t>
            </a:r>
          </a:p>
        </p:txBody>
      </p:sp>
    </p:spTree>
  </p:cSld>
  <p:clrMapOvr>
    <a:masterClrMapping/>
  </p:clrMapOvr>
</p:sld>
</file>

<file path=ppt/slides/slide9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953 / 1000</a:t>
            </a:r>
          </a:p>
        </p:txBody>
      </p:sp>
    </p:spTree>
  </p:cSld>
  <p:clrMapOvr>
    <a:masterClrMapping/>
  </p:clrMapOvr>
</p:sld>
</file>

<file path=ppt/slides/slide9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954 / 1000</a:t>
            </a:r>
          </a:p>
        </p:txBody>
      </p:sp>
    </p:spTree>
  </p:cSld>
  <p:clrMapOvr>
    <a:masterClrMapping/>
  </p:clrMapOvr>
</p:sld>
</file>

<file path=ppt/slides/slide9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955 / 1000</a:t>
            </a:r>
          </a:p>
        </p:txBody>
      </p:sp>
    </p:spTree>
  </p:cSld>
  <p:clrMapOvr>
    <a:masterClrMapping/>
  </p:clrMapOvr>
</p:sld>
</file>

<file path=ppt/slides/slide9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956 / 1000</a:t>
            </a:r>
          </a:p>
        </p:txBody>
      </p:sp>
    </p:spTree>
  </p:cSld>
  <p:clrMapOvr>
    <a:masterClrMapping/>
  </p:clrMapOvr>
</p:sld>
</file>

<file path=ppt/slides/slide9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957 / 1000</a:t>
            </a:r>
          </a:p>
        </p:txBody>
      </p:sp>
    </p:spTree>
  </p:cSld>
  <p:clrMapOvr>
    <a:masterClrMapping/>
  </p:clrMapOvr>
</p:sld>
</file>

<file path=ppt/slides/slide9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958 / 1000</a:t>
            </a:r>
          </a:p>
        </p:txBody>
      </p:sp>
    </p:spTree>
  </p:cSld>
  <p:clrMapOvr>
    <a:masterClrMapping/>
  </p:clrMapOvr>
</p:sld>
</file>

<file path=ppt/slides/slide9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959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959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959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959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959 / 1000</a:t>
            </a:r>
          </a:p>
        </p:txBody>
      </p:sp>
    </p:spTree>
  </p:cSld>
  <p:clrMapOvr>
    <a:masterClrMapping/>
  </p:clrMapOvr>
</p:sld>
</file>

<file path=ppt/slides/slide9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960 / 1000</a:t>
            </a:r>
          </a:p>
        </p:txBody>
      </p:sp>
    </p:spTree>
  </p:cSld>
  <p:clrMapOvr>
    <a:masterClrMapping/>
  </p:clrMapOvr>
</p:sld>
</file>

<file path=ppt/slides/slide9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961 / 1000</a:t>
            </a:r>
          </a:p>
        </p:txBody>
      </p:sp>
    </p:spTree>
  </p:cSld>
  <p:clrMapOvr>
    <a:masterClrMapping/>
  </p:clrMapOvr>
</p:sld>
</file>

<file path=ppt/slides/slide9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962 / 1000</a:t>
            </a:r>
          </a:p>
        </p:txBody>
      </p:sp>
    </p:spTree>
  </p:cSld>
  <p:clrMapOvr>
    <a:masterClrMapping/>
  </p:clrMapOvr>
</p:sld>
</file>

<file path=ppt/slides/slide9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963 / 1000</a:t>
            </a:r>
          </a:p>
        </p:txBody>
      </p:sp>
    </p:spTree>
  </p:cSld>
  <p:clrMapOvr>
    <a:masterClrMapping/>
  </p:clrMapOvr>
</p:sld>
</file>

<file path=ppt/slides/slide9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964 / 1000</a:t>
            </a:r>
          </a:p>
        </p:txBody>
      </p:sp>
    </p:spTree>
  </p:cSld>
  <p:clrMapOvr>
    <a:masterClrMapping/>
  </p:clrMapOvr>
</p:sld>
</file>

<file path=ppt/slides/slide9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965 / 1000</a:t>
            </a:r>
          </a:p>
        </p:txBody>
      </p:sp>
    </p:spTree>
  </p:cSld>
  <p:clrMapOvr>
    <a:masterClrMapping/>
  </p:clrMapOvr>
</p:sld>
</file>

<file path=ppt/slides/slide9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966 / 1000</a:t>
            </a:r>
          </a:p>
        </p:txBody>
      </p:sp>
    </p:spTree>
  </p:cSld>
  <p:clrMapOvr>
    <a:masterClrMapping/>
  </p:clrMapOvr>
</p:sld>
</file>

<file path=ppt/slides/slide9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967 / 1000</a:t>
            </a:r>
          </a:p>
        </p:txBody>
      </p:sp>
    </p:spTree>
  </p:cSld>
  <p:clrMapOvr>
    <a:masterClrMapping/>
  </p:clrMapOvr>
</p:sld>
</file>

<file path=ppt/slides/slide9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968 / 1000</a:t>
            </a:r>
          </a:p>
        </p:txBody>
      </p:sp>
    </p:spTree>
  </p:cSld>
  <p:clrMapOvr>
    <a:masterClrMapping/>
  </p:clrMapOvr>
</p:sld>
</file>

<file path=ppt/slides/slide9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969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969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969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969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969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969 / 1000</a:t>
            </a:r>
          </a:p>
        </p:txBody>
      </p:sp>
    </p:spTree>
  </p:cSld>
  <p:clrMapOvr>
    <a:masterClrMapping/>
  </p:clrMapOvr>
</p:sld>
</file>

<file path=ppt/slides/slide9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970 / 1000</a:t>
            </a:r>
          </a:p>
        </p:txBody>
      </p:sp>
    </p:spTree>
  </p:cSld>
  <p:clrMapOvr>
    <a:masterClrMapping/>
  </p:clrMapOvr>
</p:sld>
</file>

<file path=ppt/slides/slide9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971 / 1000</a:t>
            </a:r>
          </a:p>
        </p:txBody>
      </p:sp>
    </p:spTree>
  </p:cSld>
  <p:clrMapOvr>
    <a:masterClrMapping/>
  </p:clrMapOvr>
</p:sld>
</file>

<file path=ppt/slides/slide9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972 / 1000</a:t>
            </a:r>
          </a:p>
        </p:txBody>
      </p:sp>
    </p:spTree>
  </p:cSld>
  <p:clrMapOvr>
    <a:masterClrMapping/>
  </p:clrMapOvr>
</p:sld>
</file>

<file path=ppt/slides/slide9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973 / 1000</a:t>
            </a:r>
          </a:p>
        </p:txBody>
      </p:sp>
    </p:spTree>
  </p:cSld>
  <p:clrMapOvr>
    <a:masterClrMapping/>
  </p:clrMapOvr>
</p:sld>
</file>

<file path=ppt/slides/slide9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974 / 1000</a:t>
            </a:r>
          </a:p>
        </p:txBody>
      </p:sp>
    </p:spTree>
  </p:cSld>
  <p:clrMapOvr>
    <a:masterClrMapping/>
  </p:clrMapOvr>
</p:sld>
</file>

<file path=ppt/slides/slide9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975 / 1000</a:t>
            </a:r>
          </a:p>
        </p:txBody>
      </p:sp>
    </p:spTree>
  </p:cSld>
  <p:clrMapOvr>
    <a:masterClrMapping/>
  </p:clrMapOvr>
</p:sld>
</file>

<file path=ppt/slides/slide9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976 / 1000</a:t>
            </a:r>
          </a:p>
        </p:txBody>
      </p:sp>
    </p:spTree>
  </p:cSld>
  <p:clrMapOvr>
    <a:masterClrMapping/>
  </p:clrMapOvr>
</p:sld>
</file>

<file path=ppt/slides/slide9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977 / 1000</a:t>
            </a:r>
          </a:p>
        </p:txBody>
      </p:sp>
    </p:spTree>
  </p:cSld>
  <p:clrMapOvr>
    <a:masterClrMapping/>
  </p:clrMapOvr>
</p:sld>
</file>

<file path=ppt/slides/slide9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978 / 1000</a:t>
            </a:r>
          </a:p>
        </p:txBody>
      </p:sp>
    </p:spTree>
  </p:cSld>
  <p:clrMapOvr>
    <a:masterClrMapping/>
  </p:clrMapOvr>
</p:sld>
</file>

<file path=ppt/slides/slide9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979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979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979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979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979 / 1000</a:t>
            </a:r>
          </a:p>
        </p:txBody>
      </p:sp>
    </p:spTree>
  </p:cSld>
  <p:clrMapOvr>
    <a:masterClrMapping/>
  </p:clrMapOvr>
</p:sld>
</file>

<file path=ppt/slides/slide9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980 / 1000</a:t>
            </a:r>
          </a:p>
        </p:txBody>
      </p:sp>
    </p:spTree>
  </p:cSld>
  <p:clrMapOvr>
    <a:masterClrMapping/>
  </p:clrMapOvr>
</p:sld>
</file>

<file path=ppt/slides/slide9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981 / 1000</a:t>
            </a:r>
          </a:p>
        </p:txBody>
      </p:sp>
    </p:spTree>
  </p:cSld>
  <p:clrMapOvr>
    <a:masterClrMapping/>
  </p:clrMapOvr>
</p:sld>
</file>

<file path=ppt/slides/slide9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982 / 1000</a:t>
            </a:r>
          </a:p>
        </p:txBody>
      </p:sp>
    </p:spTree>
  </p:cSld>
  <p:clrMapOvr>
    <a:masterClrMapping/>
  </p:clrMapOvr>
</p:sld>
</file>

<file path=ppt/slides/slide9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983 / 1000</a:t>
            </a:r>
          </a:p>
        </p:txBody>
      </p:sp>
    </p:spTree>
  </p:cSld>
  <p:clrMapOvr>
    <a:masterClrMapping/>
  </p:clrMapOvr>
</p:sld>
</file>

<file path=ppt/slides/slide9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984 / 1000</a:t>
            </a:r>
          </a:p>
        </p:txBody>
      </p:sp>
    </p:spTree>
  </p:cSld>
  <p:clrMapOvr>
    <a:masterClrMapping/>
  </p:clrMapOvr>
</p:sld>
</file>

<file path=ppt/slides/slide9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985 / 1000</a:t>
            </a:r>
          </a:p>
        </p:txBody>
      </p:sp>
    </p:spTree>
  </p:cSld>
  <p:clrMapOvr>
    <a:masterClrMapping/>
  </p:clrMapOvr>
</p:sld>
</file>

<file path=ppt/slides/slide9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986 / 1000</a:t>
            </a:r>
          </a:p>
        </p:txBody>
      </p:sp>
    </p:spTree>
  </p:cSld>
  <p:clrMapOvr>
    <a:masterClrMapping/>
  </p:clrMapOvr>
</p:sld>
</file>

<file path=ppt/slides/slide9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987 / 1000</a:t>
            </a:r>
          </a:p>
        </p:txBody>
      </p:sp>
    </p:spTree>
  </p:cSld>
  <p:clrMapOvr>
    <a:masterClrMapping/>
  </p:clrMapOvr>
</p:sld>
</file>

<file path=ppt/slides/slide9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988 / 1000</a:t>
            </a:r>
          </a:p>
        </p:txBody>
      </p:sp>
    </p:spTree>
  </p:cSld>
  <p:clrMapOvr>
    <a:masterClrMapping/>
  </p:clrMapOvr>
</p:sld>
</file>

<file path=ppt/slides/slide9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989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989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989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989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989 / 1000</a:t>
            </a:r>
          </a:p>
        </p:txBody>
      </p:sp>
    </p:spTree>
  </p:cSld>
  <p:clrMapOvr>
    <a:masterClrMapping/>
  </p:clrMapOvr>
</p:sld>
</file>

<file path=ppt/slides/slide9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990 / 1000</a:t>
            </a:r>
          </a:p>
        </p:txBody>
      </p:sp>
    </p:spTree>
  </p:cSld>
  <p:clrMapOvr>
    <a:masterClrMapping/>
  </p:clrMapOvr>
</p:sld>
</file>

<file path=ppt/slides/slide9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991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991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991 / 1000</a:t>
            </a:r>
          </a:p>
        </p:txBody>
      </p:sp>
    </p:spTree>
  </p:cSld>
  <p:clrMapOvr>
    <a:masterClrMapping/>
  </p:clrMapOvr>
</p:sld>
</file>

<file path=ppt/slides/slide9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992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992 / 1000</a:t>
            </a:r>
          </a:p>
        </p:txBody>
      </p:sp>
    </p:spTree>
  </p:cSld>
  <p:clrMapOvr>
    <a:masterClrMapping/>
  </p:clrMapOvr>
</p:sld>
</file>

<file path=ppt/slides/slide9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993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993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993 / 1000</a:t>
            </a:r>
          </a:p>
        </p:txBody>
      </p:sp>
    </p:spTree>
  </p:cSld>
  <p:clrMapOvr>
    <a:masterClrMapping/>
  </p:clrMapOvr>
</p:sld>
</file>

<file path=ppt/slides/slide9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994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994 / 1000</a:t>
            </a:r>
          </a:p>
        </p:txBody>
      </p:sp>
    </p:spTree>
  </p:cSld>
  <p:clrMapOvr>
    <a:masterClrMapping/>
  </p:clrMapOvr>
</p:sld>
</file>

<file path=ppt/slides/slide9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995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995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995 / 1000</a:t>
            </a:r>
          </a:p>
        </p:txBody>
      </p:sp>
    </p:spTree>
  </p:cSld>
  <p:clrMapOvr>
    <a:masterClrMapping/>
  </p:clrMapOvr>
</p:sld>
</file>

<file path=ppt/slides/slide9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996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996 / 1000</a:t>
            </a:r>
          </a:p>
        </p:txBody>
      </p:sp>
    </p:spTree>
  </p:cSld>
  <p:clrMapOvr>
    <a:masterClrMapping/>
  </p:clrMapOvr>
</p:sld>
</file>

<file path=ppt/slides/slide9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997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997 / 1000</a:t>
            </a:r>
          </a:p>
        </p:txBody>
      </p:sp>
    </p:spTree>
  </p:cSld>
  <p:clrMapOvr>
    <a:masterClrMapping/>
  </p:clrMapOvr>
</p:sld>
</file>

<file path=ppt/slides/slide9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998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998 / 1000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999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999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999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999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999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999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999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999 / 1000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 B - Slide 1000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This is slide 1000 of 1000 | Variant: 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1</a:t>
            </a:r>
            <a:br/>
            <a:r>
              <a:t>Slide 1000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2</a:t>
            </a:r>
            <a:br/>
            <a:r>
              <a:t>Slide 1000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3</a:t>
            </a:r>
            <a:br/>
            <a:r>
              <a:t>Slide 1000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4</a:t>
            </a:r>
            <a:br/>
            <a:r>
              <a:t>Slide 1000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828800" cy="13716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246888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Item 5</a:t>
            </a:r>
            <a:br/>
            <a:r>
              <a:t>Slide 1000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3657600" cy="1371600"/>
          </a:xfrm>
          <a:prstGeom prst="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846320"/>
            <a:ext cx="347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*** MODIFIED IN VERSION B ***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Slide 1000 / 1000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