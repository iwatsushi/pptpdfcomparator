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BBC108-509C-64B8-9EC3-634ABEA2C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D4316DE-1F75-D3B2-8F9F-0BB0D1785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B33E36-F670-2874-D682-AF3E286B1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2F43AF-6C81-D21C-804E-8AEDB5528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03328E-59D1-3950-2F57-A88D5DB13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6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0729E1-8043-59EA-CDB8-8417DF2C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B7D3D3-7EAC-3659-8BF6-81B83BCE5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1EB7DB-5BC3-8C76-7825-5AB6BC191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54786E-1A01-8122-E2EB-FFC1C1B2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6BC45E-3BEF-E775-1966-2EC4B118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509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1BDE18D-5767-DBB5-97B5-BFD6B879F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CB09B4-55BB-2D19-419F-88E31DB56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A077AF-7ECB-A4DF-96E7-AA6056CB7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9DD636-DD4C-2C1E-7BEA-853D716A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D9903A-F84A-AFEB-7FA8-7340DE8CA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9934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4FA4C5-B828-0F73-AE3F-22F74293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D00291-F5AB-0BC1-EE37-EFAA6426B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5CA58B2-6A64-F312-78CC-462A2B93EE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AF814D-0A5E-0ED3-13C7-DC4B3AC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F0A46A-9273-3816-7163-9790C2FBD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2071B0-33DC-B253-EC05-8FC745BF6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0044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D87F3-ADB0-D2BF-8A63-E2CBA9DF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102E1B-7B96-9864-DF10-5C80BEDE8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F350125-9935-5688-79A2-561EAD3DC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C55283-D330-0BF1-631F-CA3A6D7C0F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0812CFE-36B9-AF9A-AC80-579B8A50DE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DD2CEED-F0E5-B2D5-71BE-131984259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2086735-D88E-D918-BC47-ACBB4801A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0817F1-A416-A9D4-B0BB-4FB387FF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423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650C2A-7D4A-9FE4-950F-814E5091C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4B8D006-7FD0-EABE-F785-C7CBBBC11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FBE9934-7C19-E2D4-2822-98E788B8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2AF4F16-5DFA-BE86-F216-A60CA2E36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2801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86C3B29-3EC1-067F-79AF-63A82FAF4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38BED02-87F7-EE01-5093-BA820156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4ABCF3-BD60-DBE5-948A-5550EEF9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175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FE7584-69B1-ED2B-C011-4916237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482FF8D-5467-7CC5-A61D-BE9D28E6F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35E802-B556-437C-155F-461B34C838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761253-FA5C-BB8D-0D3F-3369E1F7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36D142F-11B1-3FB4-8E4E-2E8BF276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37FEFB9-DB46-E715-9F49-08EBB6D5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97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CA30D5-C250-7E0F-A4A0-F1AB8D564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1D1ADEB-34A1-74B6-A9F6-DE3A7F2A0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55B770-B485-2B5B-A9CB-B025DCD6F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004A090-19B6-9FBA-8F75-D7457F646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D82529-B220-E00D-157A-2C515A1B3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424989F-2CEC-7391-6467-866757277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9684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5CA825-EADE-35D8-F7BA-C26A6490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CC7EBEF-85BF-DDED-F929-CB7A005E1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3853A6-6902-FAEF-FAC0-DB584727D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1CE382-7364-9B96-C07C-C8694D3E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A83FAF-D929-3DEE-472F-8B939B7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05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8FBFC7-6706-7709-126A-4685CD189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A59CF3-7CC2-032A-E948-61507F4F1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89247B-FF84-AEEC-141E-7FC4BFF2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C891BF-4EF1-DCCA-3F78-80674A4B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A6589A9-569C-C4CF-CE47-C363FA01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488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E5D6BF6-DDDB-1013-2E82-6D91CDB65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C1BC4DD-1796-8BA5-A3EF-C321987BE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58FABD-8C6A-5888-A4DB-FB9AEE470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D0CDE-C2A0-4597-9000-E3CD0F1CC16A}" type="datetimeFigureOut">
              <a:rPr kumimoji="1" lang="ja-JP" altLang="en-US" smtClean="0"/>
              <a:t>2026/1/20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5E5A77-88D2-D97C-4037-6A1EBC025A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7C9E92-E72F-7D41-DA03-1B378C680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D5CE4F-C26A-440A-87B7-6F968B2502E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690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78E3A0-E13B-99D3-ED99-1E454962B8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EFD4D0B-FC11-9C2D-6CA7-4A841E07CB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8757C90-53B6-0511-83FA-CF1DE23CF731}"/>
              </a:ext>
            </a:extLst>
          </p:cNvPr>
          <p:cNvSpPr/>
          <p:nvPr/>
        </p:nvSpPr>
        <p:spPr>
          <a:xfrm>
            <a:off x="570016" y="439387"/>
            <a:ext cx="10949049" cy="6032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8012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DA43D-C5FD-8918-0CD5-23EFD120D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17A4E42C-BB0F-8413-6378-811C28F9FA8E}"/>
              </a:ext>
            </a:extLst>
          </p:cNvPr>
          <p:cNvSpPr/>
          <p:nvPr/>
        </p:nvSpPr>
        <p:spPr>
          <a:xfrm>
            <a:off x="8278585" y="2024744"/>
            <a:ext cx="2669722" cy="2669722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E2A6AF-A76F-74C3-EC28-8DAF40C44C60}"/>
              </a:ext>
            </a:extLst>
          </p:cNvPr>
          <p:cNvSpPr txBox="1"/>
          <p:nvPr/>
        </p:nvSpPr>
        <p:spPr>
          <a:xfrm>
            <a:off x="1624692" y="202474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あいうえおカキクケコさしすせそ</a:t>
            </a:r>
          </a:p>
        </p:txBody>
      </p:sp>
    </p:spTree>
    <p:extLst>
      <p:ext uri="{BB962C8B-B14F-4D97-AF65-F5344CB8AC3E}">
        <p14:creationId xmlns:p14="http://schemas.microsoft.com/office/powerpoint/2010/main" val="1425994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78D81-BC3C-A161-ADD1-4E84E7235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23FB279-0945-44BF-4726-D2AD77A44784}"/>
              </a:ext>
            </a:extLst>
          </p:cNvPr>
          <p:cNvSpPr/>
          <p:nvPr/>
        </p:nvSpPr>
        <p:spPr>
          <a:xfrm>
            <a:off x="8278585" y="2024744"/>
            <a:ext cx="2669722" cy="26697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FECF3C-FC64-B50E-F10D-E32A1A14367C}"/>
              </a:ext>
            </a:extLst>
          </p:cNvPr>
          <p:cNvSpPr txBox="1"/>
          <p:nvPr/>
        </p:nvSpPr>
        <p:spPr>
          <a:xfrm>
            <a:off x="1624692" y="324433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あいうえおかきくけこさしすせそ</a:t>
            </a:r>
          </a:p>
        </p:txBody>
      </p:sp>
    </p:spTree>
    <p:extLst>
      <p:ext uri="{BB962C8B-B14F-4D97-AF65-F5344CB8AC3E}">
        <p14:creationId xmlns:p14="http://schemas.microsoft.com/office/powerpoint/2010/main" val="93368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D0330-D772-AB8D-FE06-A9C425DCB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二等辺三角形 3">
            <a:extLst>
              <a:ext uri="{FF2B5EF4-FFF2-40B4-BE49-F238E27FC236}">
                <a16:creationId xmlns:a16="http://schemas.microsoft.com/office/drawing/2014/main" id="{326923EA-6210-9541-C986-84BE7AC92BFB}"/>
              </a:ext>
            </a:extLst>
          </p:cNvPr>
          <p:cNvSpPr/>
          <p:nvPr/>
        </p:nvSpPr>
        <p:spPr>
          <a:xfrm>
            <a:off x="8278585" y="2024744"/>
            <a:ext cx="2669722" cy="2669722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8CAC6F-275E-AB05-E5F0-9CD8801637D4}"/>
              </a:ext>
            </a:extLst>
          </p:cNvPr>
          <p:cNvSpPr txBox="1"/>
          <p:nvPr/>
        </p:nvSpPr>
        <p:spPr>
          <a:xfrm>
            <a:off x="1624692" y="3244334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あいうえ尾かきくけこさしすせそ</a:t>
            </a:r>
          </a:p>
        </p:txBody>
      </p:sp>
    </p:spTree>
    <p:extLst>
      <p:ext uri="{BB962C8B-B14F-4D97-AF65-F5344CB8AC3E}">
        <p14:creationId xmlns:p14="http://schemas.microsoft.com/office/powerpoint/2010/main" val="373326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ワイド画面</PresentationFormat>
  <Paragraphs>3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げれ</dc:creator>
  <cp:lastModifiedBy>げれ</cp:lastModifiedBy>
  <cp:revision>1</cp:revision>
  <dcterms:created xsi:type="dcterms:W3CDTF">2026-01-19T15:17:03Z</dcterms:created>
  <dcterms:modified xsi:type="dcterms:W3CDTF">2026-01-19T15:17:45Z</dcterms:modified>
</cp:coreProperties>
</file>