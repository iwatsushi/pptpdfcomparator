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DCEC88-FFD4-FEC8-D276-FF889971D5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A916481-81BC-D853-5B0E-6C6F24E9A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BA8463-7390-3024-BF62-F92491DE1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C492-53C2-4B6E-AE47-6A52E1200A5B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428413-2076-B46C-087F-64286D500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9257FD-6B4C-1766-1CBF-4DC23345D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ADFAE-AD85-4788-8F3C-B1613D5C6F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8276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6C6274-8E86-ED2B-2DF8-3B84E374E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013AD3A-899E-A332-0599-0A20FAFC0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21EECC-E0E2-AEBD-BB7A-65B417D5A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C492-53C2-4B6E-AE47-6A52E1200A5B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4DAC81A-9D1D-8DA0-5100-2C1B7E65B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386FC5-7DEF-F723-5530-21DDB9A67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ADFAE-AD85-4788-8F3C-B1613D5C6F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2843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6DBC18-E0B0-5326-237E-51327B522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CA03523-487F-1FB0-45F1-C10E920CD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563208-61EC-0819-E92A-5A4AA5F0C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C492-53C2-4B6E-AE47-6A52E1200A5B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23D5D4-A9A3-2E59-1000-BC424C000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AED2B6-D0F3-E7CF-9D34-092E9F5D9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ADFAE-AD85-4788-8F3C-B1613D5C6F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5042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3EE7C7-D0D4-3B63-C675-AF0CAA80E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212F235-CDF6-5CC6-239D-A4FF0DF84D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5FC7DA1-49BA-30C6-DC07-0DBF80C97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6EC89F-A113-8688-43A6-5AD0A4DA8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C492-53C2-4B6E-AE47-6A52E1200A5B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7CC3527-F1E7-36DC-B8DE-C54F2AE50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3B449F-A3EA-69FC-9F9D-B7EF75333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ADFAE-AD85-4788-8F3C-B1613D5C6F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5983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43AC56-9C65-DA3F-66DB-C7844CCCC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47993C3-4AEA-1B1D-3EA8-19538FA39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3BE010D-E4F5-9868-6238-1EA879601E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879B96C-F9BD-0650-B914-BCE07E85DF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2015A2A-CBFA-5BA1-EEF8-74EF81C352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5F43FE7-1F27-C088-7335-379365840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C492-53C2-4B6E-AE47-6A52E1200A5B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8141166-132C-C996-AE21-0FCC1D70E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3AC9332-ED26-72A0-B2E1-787D9E44C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ADFAE-AD85-4788-8F3C-B1613D5C6F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9270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F27438-A083-A62D-B78B-175D2DDDF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73E1DE8-8870-ACEB-D3F1-84263803A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C492-53C2-4B6E-AE47-6A52E1200A5B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D63B0E5-C335-8446-F03B-C4AC5A8D9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67A167F-64F7-BA08-A763-85AA7E207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ADFAE-AD85-4788-8F3C-B1613D5C6F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5324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3C454C8-3942-F8CB-71BC-E556B5294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C492-53C2-4B6E-AE47-6A52E1200A5B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8D436EB-7827-9ED9-65E6-5CD03C2A0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40527B7-6CE2-8AB5-0CFC-078EA7B55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ADFAE-AD85-4788-8F3C-B1613D5C6F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655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C94B87-37E4-BF6F-D2B4-72CB303B0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74B863-EF1F-EF84-6C05-0FF40F023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A329F17-B3D2-959A-9BF0-BEC64CB56F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06EBB6B-D251-7AC7-65A6-F43115032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C492-53C2-4B6E-AE47-6A52E1200A5B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8192695-7CDA-7E17-202F-875FDD101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414AFED-EAC9-CB79-6825-0AE48E713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ADFAE-AD85-4788-8F3C-B1613D5C6F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4683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5FA302-592F-BDB3-0335-B510E540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48FF470-3975-1612-3340-6ECE26E481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F5E0F7E-0815-CD53-526A-2A6E4EA4C8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81BDFE0-0DDE-8567-F758-BB5BB5EE5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C492-53C2-4B6E-AE47-6A52E1200A5B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BBD3F0-4169-5C2A-9078-2BC23E9D4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6D9CB3B-AABC-DDFD-C30E-6E84C4766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ADFAE-AD85-4788-8F3C-B1613D5C6F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2833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4BC993-4999-38C7-5810-0B05E6ED4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5E8FFF4-4C28-EE6B-C30C-A52ED4D764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FDE6A2-96F6-9FBC-C0A0-97C0D7119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C492-53C2-4B6E-AE47-6A52E1200A5B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39AC23C-480D-57B1-ABBB-618870BD6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9B5D14-5CCB-3B41-FBFE-C8E93790E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ADFAE-AD85-4788-8F3C-B1613D5C6F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0147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B77D1F1-16F0-A270-FFB3-80578BCFA7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287973B-B8FD-169F-3B9C-5C1D305AC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AEABDF-40DC-DCB8-E090-2767C06D2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C492-53C2-4B6E-AE47-6A52E1200A5B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8139B6-0182-707E-2F42-CED3CF194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4AC8AA-17D4-9BF5-3FB6-7A4C6BC46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ADFAE-AD85-4788-8F3C-B1613D5C6F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1096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8D6FCB7-4CF1-DD14-1AFF-DC97481CD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47C4D9-3ACE-8B09-0C4E-2CF89206C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970CB1-F9A3-19B2-0743-906617316E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B2C492-53C2-4B6E-AE47-6A52E1200A5B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487CED-812D-2A01-CB39-438B95D84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9CDCA1-5348-005F-F3EA-70227CB660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5ADFAE-AD85-4788-8F3C-B1613D5C6F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5966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78E3A0-E13B-99D3-ED99-1E454962B8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EFD4D0B-FC11-9C2D-6CA7-4A841E07CB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31FA5D7-6DBD-E7CA-8146-69B16896A4F9}"/>
              </a:ext>
            </a:extLst>
          </p:cNvPr>
          <p:cNvSpPr/>
          <p:nvPr/>
        </p:nvSpPr>
        <p:spPr>
          <a:xfrm>
            <a:off x="570016" y="439387"/>
            <a:ext cx="10949049" cy="6032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8012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楕円 3">
            <a:extLst>
              <a:ext uri="{FF2B5EF4-FFF2-40B4-BE49-F238E27FC236}">
                <a16:creationId xmlns:a16="http://schemas.microsoft.com/office/drawing/2014/main" id="{4C7F712A-5854-D919-B900-2D2A72757F20}"/>
              </a:ext>
            </a:extLst>
          </p:cNvPr>
          <p:cNvSpPr/>
          <p:nvPr/>
        </p:nvSpPr>
        <p:spPr>
          <a:xfrm>
            <a:off x="8278585" y="2024744"/>
            <a:ext cx="2669722" cy="266972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9FD9327-4744-F858-C047-B22FBC23CC06}"/>
              </a:ext>
            </a:extLst>
          </p:cNvPr>
          <p:cNvSpPr txBox="1"/>
          <p:nvPr/>
        </p:nvSpPr>
        <p:spPr>
          <a:xfrm>
            <a:off x="1624692" y="2024744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あいうえおかきくけこさしすせそ</a:t>
            </a:r>
          </a:p>
        </p:txBody>
      </p:sp>
    </p:spTree>
    <p:extLst>
      <p:ext uri="{BB962C8B-B14F-4D97-AF65-F5344CB8AC3E}">
        <p14:creationId xmlns:p14="http://schemas.microsoft.com/office/powerpoint/2010/main" val="2141831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78D81-BC3C-A161-ADD1-4E84E7235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123FB279-0945-44BF-4726-D2AD77A44784}"/>
              </a:ext>
            </a:extLst>
          </p:cNvPr>
          <p:cNvSpPr/>
          <p:nvPr/>
        </p:nvSpPr>
        <p:spPr>
          <a:xfrm>
            <a:off x="8278585" y="2024744"/>
            <a:ext cx="2669722" cy="26697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2FECF3C-FC64-B50E-F10D-E32A1A14367C}"/>
              </a:ext>
            </a:extLst>
          </p:cNvPr>
          <p:cNvSpPr txBox="1"/>
          <p:nvPr/>
        </p:nvSpPr>
        <p:spPr>
          <a:xfrm>
            <a:off x="1624692" y="3244334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あいうえおかきくけこさしすせそ</a:t>
            </a:r>
          </a:p>
        </p:txBody>
      </p:sp>
    </p:spTree>
    <p:extLst>
      <p:ext uri="{BB962C8B-B14F-4D97-AF65-F5344CB8AC3E}">
        <p14:creationId xmlns:p14="http://schemas.microsoft.com/office/powerpoint/2010/main" val="933689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D0330-D772-AB8D-FE06-A9C425DCB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二等辺三角形 3">
            <a:extLst>
              <a:ext uri="{FF2B5EF4-FFF2-40B4-BE49-F238E27FC236}">
                <a16:creationId xmlns:a16="http://schemas.microsoft.com/office/drawing/2014/main" id="{326923EA-6210-9541-C986-84BE7AC92BFB}"/>
              </a:ext>
            </a:extLst>
          </p:cNvPr>
          <p:cNvSpPr/>
          <p:nvPr/>
        </p:nvSpPr>
        <p:spPr>
          <a:xfrm>
            <a:off x="8278585" y="2024744"/>
            <a:ext cx="2669722" cy="266972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68CAC6F-275E-AB05-E5F0-9CD8801637D4}"/>
              </a:ext>
            </a:extLst>
          </p:cNvPr>
          <p:cNvSpPr txBox="1"/>
          <p:nvPr/>
        </p:nvSpPr>
        <p:spPr>
          <a:xfrm>
            <a:off x="1624692" y="3244334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あいうえおかきくけこさしすせそ</a:t>
            </a:r>
          </a:p>
        </p:txBody>
      </p:sp>
    </p:spTree>
    <p:extLst>
      <p:ext uri="{BB962C8B-B14F-4D97-AF65-F5344CB8AC3E}">
        <p14:creationId xmlns:p14="http://schemas.microsoft.com/office/powerpoint/2010/main" val="373326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</Words>
  <Application>Microsoft Office PowerPoint</Application>
  <PresentationFormat>ワイド画面</PresentationFormat>
  <Paragraphs>3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げれ</dc:creator>
  <cp:lastModifiedBy>げれ</cp:lastModifiedBy>
  <cp:revision>1</cp:revision>
  <dcterms:created xsi:type="dcterms:W3CDTF">2026-01-19T15:16:07Z</dcterms:created>
  <dcterms:modified xsi:type="dcterms:W3CDTF">2026-01-19T15:18:22Z</dcterms:modified>
</cp:coreProperties>
</file>